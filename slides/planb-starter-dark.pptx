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7468FF"/>
              </a:solidFill>
              <a:ln>
                <a:noFill/>
              </a:ln>
            </c:spPr>
          </c:dPt>
          <c:dPt>
            <c:idx val="1"/>
            <c:spPr>
              <a:solidFill>
                <a:srgbClr val="E15364"/>
              </a:solidFill>
              <a:ln>
                <a:noFill/>
              </a:ln>
            </c:spPr>
          </c:dPt>
          <c:dPt>
            <c:idx val="2"/>
            <c:spPr>
              <a:solidFill>
                <a:srgbClr val="F7931A"/>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solidFill>
                    <a:srgbClr val="FFFFFF"/>
                  </a:solidFill>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solidFill>
                  <a:srgbClr val="FFFFFF"/>
                </a:solidFill>
                <a:latin typeface="Inter"/>
              </a:defRPr>
            </a:pPr>
          </a:p>
        </c:txPr>
        <c:crossAx val="-2113994440"/>
        <c:crosses val="autoZero"/>
        <c:auto val="1"/>
        <c:lblAlgn val="ctr"/>
        <c:lblOffset val="100"/>
        <c:noMultiLvlLbl val="0"/>
      </c:catAx>
      <c:valAx>
        <c:axId val="-2113994440"/>
        <c:scaling>
          <c:max val="60.0"/>
          <c:min val="0.0"/>
        </c:scaling>
        <c:delete val="0"/>
        <c:axPos val="b"/>
        <c:majorGridlines>
          <c:spPr>
            <a:ln>
              <a:solidFill>
                <a:srgbClr val="494040"/>
              </a:solidFill>
            </a:ln>
          </c:spPr>
        </c:majorGridlines>
        <c:majorTickMark val="out"/>
        <c:minorTickMark val="none"/>
        <c:tickLblPos val="nextTo"/>
        <c:txPr>
          <a:bodyPr/>
          <a:lstStyle/>
          <a:p>
            <a:pPr>
              <a:defRPr sz="1200">
                <a:solidFill>
                  <a:srgbClr val="FFFFFF"/>
                </a:solidFill>
                <a:latin typeface="Inter"/>
              </a:defRPr>
            </a:pPr>
          </a:p>
        </c:txPr>
        <c:crossAx val="-2068027336"/>
        <c:crosses val="autoZero"/>
      </c:valAx>
    </c:plotArea>
    <c:dispBlanksAs val="gap"/>
  </c:chart>
  <c:spPr>
    <a:solidFill>
      <a:srgbClr val="171717"/>
    </a:solid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Choose Home &gt; New Slide for Plan B layouts.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The background follows the selected light or dark edition. The gradient is the brand signal.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Preserve the selected light or dark edition colors and keep all labels readable.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Preserve the selected edition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planb-white.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Dark / Cover">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[Presentation</a:t>
            </a:r>
          </a:p>
          <a:p>
            <a:pPr algn="l" marL="0" indent="0">
              <a:defRPr sz="4800" b="1">
                <a:solidFill>
                  <a:srgbClr val="FFFFFF"/>
                </a:solidFill>
                <a:latin typeface="Inter"/>
              </a:defRPr>
              <a:lnSpc>
                <a:spcPct val="112000"/>
              </a:lnSpc>
              <a:spcAft>
                <a:spcPts val="1200"/>
              </a:spcAft>
              <a:buNone/>
            </a:pPr>
            <a:r>
              <a:t>title]</a:t>
            </a:r>
          </a:p>
        </p:txBody>
      </p:sp>
      <p:sp>
        <p:nvSpPr>
          <p:cNvPr id="6"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[A clear sentence about the civic purpose]</a:t>
            </a:r>
          </a:p>
        </p:txBody>
      </p:sp>
      <p:sp>
        <p:nvSpPr>
          <p:cNvPr id="7"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FFFFFF"/>
                </a:solidFill>
                <a:latin typeface="Inter"/>
              </a:defRPr>
              <a:lnSpc>
                <a:spcPct val="112000"/>
              </a:lnSpc>
              <a:spcAft>
                <a:spcPts val="1200"/>
              </a:spcAft>
              <a:buNone/>
            </a:pPr>
            <a:r>
              <a:t>[Presenter / team]</a:t>
            </a:r>
          </a:p>
          <a:p>
            <a:pPr algn="l" marL="0" indent="0">
              <a:defRPr sz="1700" b="0">
                <a:solidFill>
                  <a:srgbClr val="FFFFFF"/>
                </a:solidFill>
                <a:latin typeface="Inter"/>
              </a:defRPr>
              <a:lnSpc>
                <a:spcPct val="112000"/>
              </a:lnSpc>
              <a:spcAft>
                <a:spcPts val="1200"/>
              </a:spcAft>
              <a:buNone/>
            </a:pPr>
            <a:r>
              <a:t>[Event · date]</a:t>
            </a:r>
          </a:p>
        </p:txBody>
      </p:sp>
      <p:sp>
        <p:nvSpPr>
          <p:cNvPr id="8" name="Rectangle 7"/>
          <p:cNvSpPr/>
          <p:nvPr/>
        </p:nvSpPr>
        <p:spPr>
          <a:xfrm>
            <a:off x="7818120" y="0"/>
            <a:ext cx="4379976" cy="6080760"/>
          </a:xfrm>
          <a:prstGeom prst="rect">
            <a:avLst/>
          </a:prstGeom>
          <a:solidFill>
            <a:srgbClr val="211D1D"/>
          </a:solidFill>
          <a:ln>
            <a:noFill/>
          </a:ln>
          <a:effectLst/>
        </p:spPr>
        <p:txBody>
          <a:bodyPr rtlCol="0" anchor="ctr"/>
          <a:lstStyle/>
          <a:p>
            <a:pPr algn="ctr"/>
          </a:p>
        </p:txBody>
      </p:sp>
      <p:pic>
        <p:nvPicPr>
          <p:cNvPr id="9" name="Original Lugano's Plan B mark"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10" name="Open.&#10;Capable.&#10;Curious.&#10;Grounded."/>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FFF"/>
                </a:solidFill>
                <a:latin typeface="Inter"/>
              </a:defRPr>
              <a:lnSpc>
                <a:spcPct val="112000"/>
              </a:lnSpc>
              <a:spcAft>
                <a:spcPts val="1200"/>
              </a:spcAft>
              <a:buNone/>
            </a:pPr>
            <a:r>
              <a:t>Open.</a:t>
            </a:r>
          </a:p>
          <a:p>
            <a:pPr algn="l" marL="0" indent="0">
              <a:defRPr sz="2900" b="1">
                <a:solidFill>
                  <a:srgbClr val="FFFFFF"/>
                </a:solidFill>
                <a:latin typeface="Inter"/>
              </a:defRPr>
              <a:lnSpc>
                <a:spcPct val="112000"/>
              </a:lnSpc>
              <a:spcAft>
                <a:spcPts val="1200"/>
              </a:spcAft>
              <a:buNone/>
            </a:pPr>
            <a:r>
              <a:t>Capable.</a:t>
            </a:r>
          </a:p>
          <a:p>
            <a:pPr algn="l" marL="0" indent="0">
              <a:defRPr sz="2900" b="1">
                <a:solidFill>
                  <a:srgbClr val="FFFFFF"/>
                </a:solidFill>
                <a:latin typeface="Inter"/>
              </a:defRPr>
              <a:lnSpc>
                <a:spcPct val="112000"/>
              </a:lnSpc>
              <a:spcAft>
                <a:spcPts val="1200"/>
              </a:spcAft>
              <a:buNone/>
            </a:pPr>
            <a:r>
              <a:t>Curious.</a:t>
            </a:r>
          </a:p>
          <a:p>
            <a:pPr algn="l" marL="0" indent="0">
              <a:defRPr sz="2900" b="1">
                <a:solidFill>
                  <a:srgbClr val="FFFFFF"/>
                </a:solidFill>
                <a:latin typeface="Inter"/>
              </a:defRPr>
              <a:lnSpc>
                <a:spcPct val="112000"/>
              </a:lnSpc>
              <a:spcAft>
                <a:spcPts val="1200"/>
              </a:spcAft>
              <a:buNone/>
            </a:pPr>
            <a:r>
              <a:t>Grounded.</a:t>
            </a:r>
          </a:p>
        </p:txBody>
      </p:sp>
      <p:sp>
        <p:nvSpPr>
          <p:cNvPr id="11" name="Plan B / Network energy gradient"/>
          <p:cNvSpPr/>
          <p:nvPr/>
        </p:nvSpPr>
        <p:spPr>
          <a:xfrm>
            <a:off x="7818120" y="5715000"/>
            <a:ext cx="4379976" cy="36576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Dark / Section">
    <p:bg>
      <p:bgPr>
        <a:solidFill>
          <a:srgbClr val="1A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[Section title]</a:t>
            </a:r>
          </a:p>
        </p:txBody>
      </p:sp>
      <p:sp>
        <p:nvSpPr>
          <p:cNvPr id="6"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FFF"/>
                </a:solidFill>
                <a:latin typeface="Inter"/>
              </a:defRPr>
              <a:lnSpc>
                <a:spcPct val="112000"/>
              </a:lnSpc>
              <a:spcAft>
                <a:spcPts val="1200"/>
              </a:spcAft>
              <a:buNone/>
            </a:pPr>
            <a:r>
              <a:t>[One sentence that sets the direction]</a:t>
            </a:r>
          </a:p>
        </p:txBody>
      </p:sp>
      <p:sp>
        <p:nvSpPr>
          <p:cNvPr id="7" name="Plan B / Network energy gradient"/>
          <p:cNvSpPr/>
          <p:nvPr/>
        </p:nvSpPr>
        <p:spPr>
          <a:xfrm>
            <a:off x="777240" y="1234440"/>
            <a:ext cx="3291840" cy="201168"/>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Dark / Title and content">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[Lead with the point]</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why this matters to the audience]</a:t>
            </a:r>
          </a:p>
        </p:txBody>
      </p:sp>
      <p:sp>
        <p:nvSpPr>
          <p:cNvPr id="7"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FFFFFF"/>
                </a:solidFill>
                <a:latin typeface="Inter"/>
              </a:defRPr>
              <a:lnSpc>
                <a:spcPct val="112000"/>
              </a:lnSpc>
              <a:spcAft>
                <a:spcPts val="1200"/>
              </a:spcAft>
              <a:buNone/>
            </a:pPr>
            <a:r>
              <a:t>[First idea — one concise sentence]</a:t>
            </a:r>
          </a:p>
          <a:p>
            <a:pPr algn="l" marL="0" indent="0">
              <a:defRPr sz="2700" b="0">
                <a:solidFill>
                  <a:srgbClr val="FFFFFF"/>
                </a:solidFill>
                <a:latin typeface="Inter"/>
              </a:defRPr>
              <a:lnSpc>
                <a:spcPct val="112000"/>
              </a:lnSpc>
              <a:spcAft>
                <a:spcPts val="1200"/>
              </a:spcAft>
              <a:buNone/>
            </a:pPr>
            <a:r>
              <a:t>[Second idea — one concise sentence]</a:t>
            </a:r>
          </a:p>
          <a:p>
            <a:pPr algn="l" marL="0" indent="0">
              <a:defRPr sz="2700" b="0">
                <a:solidFill>
                  <a:srgbClr val="FFFFFF"/>
                </a:solidFill>
                <a:latin typeface="Inter"/>
              </a:defRPr>
              <a:lnSpc>
                <a:spcPct val="112000"/>
              </a:lnSpc>
              <a:spcAft>
                <a:spcPts val="1200"/>
              </a:spcAft>
              <a:buNone/>
            </a:pPr>
            <a:r>
              <a:t>[Third idea — one concise sentence]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Dark / Two columns">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[Compare two ideas]</a:t>
            </a:r>
          </a:p>
        </p:txBody>
      </p:sp>
      <p:sp>
        <p:nvSpPr>
          <p:cNvPr id="6"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[First perspective]</a:t>
            </a:r>
          </a:p>
        </p:txBody>
      </p:sp>
      <p:sp>
        <p:nvSpPr>
          <p:cNvPr id="7"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idea in 40 words or fewer. Keep sentences concrete and easy to read.]</a:t>
            </a:r>
          </a:p>
        </p:txBody>
      </p:sp>
      <p:sp>
        <p:nvSpPr>
          <p:cNvPr id="8"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[Second perspective]</a:t>
            </a:r>
          </a:p>
        </p:txBody>
      </p:sp>
      <p:sp>
        <p:nvSpPr>
          <p:cNvPr id="9"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difference or consequence. Use the same level of detail as the first column.]</a:t>
            </a:r>
          </a:p>
        </p:txBody>
      </p:sp>
      <p:sp>
        <p:nvSpPr>
          <p:cNvPr id="10" name="Rectangle 9"/>
          <p:cNvSpPr/>
          <p:nvPr/>
        </p:nvSpPr>
        <p:spPr>
          <a:xfrm>
            <a:off x="6062472" y="1828800"/>
            <a:ext cx="10972" cy="3794760"/>
          </a:xfrm>
          <a:prstGeom prst="rect">
            <a:avLst/>
          </a:prstGeom>
          <a:solidFill>
            <a:srgbClr val="494040"/>
          </a:solidFill>
          <a:ln>
            <a:noFill/>
          </a:ln>
          <a:effectLst/>
        </p:spPr>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Dark / Image and story">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the place visible]</a:t>
            </a:r>
          </a:p>
        </p:txBody>
      </p:sp>
      <p:sp>
        <p:nvSpPr>
          <p:cNvPr id="6" name="Rounded Rectangle 5"/>
          <p:cNvSpPr/>
          <p:nvPr/>
        </p:nvSpPr>
        <p:spPr>
          <a:xfrm>
            <a:off x="594360" y="1828800"/>
            <a:ext cx="6720840" cy="3886200"/>
          </a:xfrm>
          <a:prstGeom prst="roundRect">
            <a:avLst>
              <a:gd name="adj" fmla="val 12000"/>
            </a:avLst>
          </a:prstGeom>
          <a:solidFill>
            <a:srgbClr val="1A1717"/>
          </a:solidFill>
          <a:ln>
            <a:noFill/>
          </a:ln>
          <a:effectLst/>
        </p:spPr>
        <p:txBody>
          <a:bodyPr rtlCol="0" anchor="ctr"/>
          <a:lstStyle/>
          <a:p>
            <a:pPr algn="ctr"/>
          </a:p>
        </p:txBody>
      </p:sp>
      <p:sp>
        <p:nvSpPr>
          <p:cNvPr id="7"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8"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9"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[What should we notice?]</a:t>
            </a:r>
          </a:p>
        </p:txBody>
      </p:sp>
      <p:sp>
        <p:nvSpPr>
          <p:cNvPr id="10"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[Connect the image to the public purpose. Use real Lugano, civic spaces, workshops or people making and learning.]</a:t>
            </a:r>
          </a:p>
        </p:txBody>
      </p:sp>
      <p:sp>
        <p:nvSpPr>
          <p:cNvPr id="11"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Dark / Chart and takeaway">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[Say what the data shows]</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[Unit, population and time period]</a:t>
            </a:r>
          </a:p>
        </p:txBody>
      </p:sp>
      <p:sp>
        <p:nvSpPr>
          <p:cNvPr id="7"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[Insert chart]</a:t>
            </a:r>
          </a:p>
        </p:txBody>
      </p:sp>
      <p:sp>
        <p:nvSpPr>
          <p:cNvPr id="8"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[The takeaway]</a:t>
            </a:r>
          </a:p>
        </p:txBody>
      </p:sp>
      <p:sp>
        <p:nvSpPr>
          <p:cNvPr id="9"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[Explain the implication and the limits of the evidence.]</a:t>
            </a:r>
          </a:p>
        </p:txBody>
      </p:sp>
      <p:sp>
        <p:nvSpPr>
          <p:cNvPr id="10"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Dark / Table">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a decision easier]</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what the comparison includes]</a:t>
            </a:r>
          </a:p>
        </p:txBody>
      </p:sp>
      <p:sp>
        <p:nvSpPr>
          <p:cNvPr id="7"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[Insert table]</a:t>
            </a:r>
          </a:p>
        </p:txBody>
      </p:sp>
      <p:sp>
        <p:nvSpPr>
          <p:cNvPr id="8"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FFFFFF"/>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Dark / Quotation">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FFFFFF"/>
                </a:solidFill>
                <a:latin typeface="Inter"/>
              </a:defRPr>
              <a:lnSpc>
                <a:spcPct val="112000"/>
              </a:lnSpc>
              <a:spcAft>
                <a:spcPts val="1200"/>
              </a:spcAft>
              <a:buNone/>
            </a:pPr>
            <a:r>
              <a:t>[A short quotation,</a:t>
            </a:r>
          </a:p>
          <a:p>
            <a:pPr algn="l" marL="0" indent="0">
              <a:defRPr sz="4200" b="1">
                <a:solidFill>
                  <a:srgbClr val="FFFFFF"/>
                </a:solidFill>
                <a:latin typeface="Inter"/>
              </a:defRPr>
              <a:lnSpc>
                <a:spcPct val="112000"/>
              </a:lnSpc>
              <a:spcAft>
                <a:spcPts val="1200"/>
              </a:spcAft>
              <a:buNone/>
            </a:pPr>
            <a:r>
              <a:t>accurately attributed.]</a:t>
            </a:r>
          </a:p>
        </p:txBody>
      </p:sp>
      <p:sp>
        <p:nvSpPr>
          <p:cNvPr id="6"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FFFFFF"/>
                </a:solidFill>
                <a:latin typeface="Inter"/>
              </a:defRPr>
              <a:lnSpc>
                <a:spcPct val="112000"/>
              </a:lnSpc>
              <a:spcAft>
                <a:spcPts val="1200"/>
              </a:spcAft>
              <a:buNone/>
            </a:pPr>
            <a:r>
              <a:t>[Speaker / role]</a:t>
            </a:r>
          </a:p>
          <a:p>
            <a:pPr algn="l" marL="0" indent="0">
              <a:defRPr sz="2000" b="0">
                <a:solidFill>
                  <a:srgbClr val="FFFFFF"/>
                </a:solidFill>
                <a:latin typeface="Inter"/>
              </a:defRPr>
              <a:lnSpc>
                <a:spcPct val="112000"/>
              </a:lnSpc>
              <a:spcAft>
                <a:spcPts val="1200"/>
              </a:spcAft>
              <a:buNone/>
            </a:pPr>
            <a:r>
              <a:t>[Source · date]</a:t>
            </a:r>
          </a:p>
        </p:txBody>
      </p:sp>
      <p:sp>
        <p:nvSpPr>
          <p:cNvPr id="7" name="Plan B / Network energy gradient"/>
          <p:cNvSpPr/>
          <p:nvPr/>
        </p:nvSpPr>
        <p:spPr>
          <a:xfrm>
            <a:off x="777240" y="960120"/>
            <a:ext cx="2560320" cy="146304"/>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Dark / Next steps">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[What happens next?]</a:t>
            </a:r>
          </a:p>
        </p:txBody>
      </p:sp>
      <p:sp>
        <p:nvSpPr>
          <p:cNvPr id="6"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[Learn]</a:t>
            </a:r>
          </a:p>
        </p:txBody>
      </p:sp>
      <p:sp>
        <p:nvSpPr>
          <p:cNvPr id="7"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8"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[Test]</a:t>
            </a:r>
          </a:p>
        </p:txBody>
      </p:sp>
      <p:sp>
        <p:nvSpPr>
          <p:cNvPr id="9"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0"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[Contribute]</a:t>
            </a:r>
          </a:p>
        </p:txBody>
      </p:sp>
      <p:sp>
        <p:nvSpPr>
          <p:cNvPr id="11"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2"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Dark / Template guide">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FFFFFF"/>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FFFFFF"/>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it yours. Keep it Plan B.</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Delete this guidance slide before presenting.</a:t>
            </a:r>
          </a:p>
        </p:txBody>
      </p:sp>
      <p:sp>
        <p:nvSpPr>
          <p:cNvPr id="7"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Use the layouts</a:t>
            </a:r>
          </a:p>
          <a:p>
            <a:pPr algn="l" marL="0" indent="0">
              <a:defRPr sz="2300" b="0">
                <a:solidFill>
                  <a:srgbClr val="FFFFFF"/>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8"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Keep it clear</a:t>
            </a:r>
          </a:p>
          <a:p>
            <a:pPr algn="l" marL="0" indent="0">
              <a:defRPr sz="2300" b="0">
                <a:solidFill>
                  <a:srgbClr val="FFFFFF"/>
                </a:solidFill>
                <a:latin typeface="Inter"/>
              </a:defRPr>
              <a:lnSpc>
                <a:spcPct val="112000"/>
              </a:lnSpc>
              <a:spcAft>
                <a:spcPts val="1200"/>
              </a:spcAft>
              <a:buNone/>
            </a:pPr>
            <a:r>
              <a:t>One idea per slide. Keep the selected light or dark palette. Preserve the gradient band and keep text on solid grounds. Aim for 20pt or larger body text.</a:t>
            </a:r>
          </a:p>
        </p:txBody>
      </p:sp>
      <p:sp>
        <p:nvSpPr>
          <p:cNvPr id="9" name="Rectangle 8"/>
          <p:cNvSpPr/>
          <p:nvPr/>
        </p:nvSpPr>
        <p:spPr>
          <a:xfrm>
            <a:off x="640080" y="5486400"/>
            <a:ext cx="365760" cy="228600"/>
          </a:xfrm>
          <a:prstGeom prst="rect">
            <a:avLst/>
          </a:prstGeom>
          <a:solidFill>
            <a:srgbClr val="FFFFFF"/>
          </a:solidFill>
          <a:ln>
            <a:noFill/>
          </a:ln>
          <a:effectLst/>
        </p:spPr>
        <p:txBody>
          <a:bodyPr rtlCol="0" anchor="ctr"/>
          <a:lstStyle/>
          <a:p>
            <a:pPr algn="ctr"/>
          </a:p>
        </p:txBody>
      </p:sp>
      <p:sp>
        <p:nvSpPr>
          <p:cNvPr id="10" name="Rectangle 9"/>
          <p:cNvSpPr/>
          <p:nvPr/>
        </p:nvSpPr>
        <p:spPr>
          <a:xfrm>
            <a:off x="1188719" y="5486400"/>
            <a:ext cx="365760" cy="228600"/>
          </a:xfrm>
          <a:prstGeom prst="rect">
            <a:avLst/>
          </a:prstGeom>
          <a:solidFill>
            <a:srgbClr val="E15364"/>
          </a:solidFill>
          <a:ln>
            <a:noFill/>
          </a:ln>
          <a:effectLst/>
        </p:spPr>
        <p:txBody>
          <a:bodyPr rtlCol="0" anchor="ctr"/>
          <a:lstStyle/>
          <a:p>
            <a:pPr algn="ctr"/>
          </a:p>
        </p:txBody>
      </p:sp>
      <p:sp>
        <p:nvSpPr>
          <p:cNvPr id="11" name="Rectangle 10"/>
          <p:cNvSpPr/>
          <p:nvPr/>
        </p:nvSpPr>
        <p:spPr>
          <a:xfrm>
            <a:off x="1737360" y="5486400"/>
            <a:ext cx="365760" cy="228600"/>
          </a:xfrm>
          <a:prstGeom prst="rect">
            <a:avLst/>
          </a:prstGeom>
          <a:solidFill>
            <a:srgbClr val="F7931A"/>
          </a:solidFill>
          <a:ln>
            <a:noFill/>
          </a:ln>
          <a:effectLst/>
        </p:spPr>
        <p:txBody>
          <a:bodyPr rtlCol="0" anchor="ctr"/>
          <a:lstStyle/>
          <a:p>
            <a:pPr algn="ctr"/>
          </a:p>
        </p:txBody>
      </p:sp>
      <p:sp>
        <p:nvSpPr>
          <p:cNvPr id="12" name="Rectangle 11"/>
          <p:cNvSpPr/>
          <p:nvPr/>
        </p:nvSpPr>
        <p:spPr>
          <a:xfrm>
            <a:off x="2286000" y="5486400"/>
            <a:ext cx="365760" cy="228600"/>
          </a:xfrm>
          <a:prstGeom prst="rect">
            <a:avLst/>
          </a:prstGeom>
          <a:solidFill>
            <a:srgbClr val="171717"/>
          </a:solidFill>
          <a:ln>
            <a:noFill/>
          </a:ln>
          <a:effectLst/>
        </p:spPr>
        <p:txBody>
          <a:bodyPr rtlCol="0" anchor="ctr"/>
          <a:lstStyle/>
          <a:p>
            <a:pPr algn="ctr"/>
          </a:p>
        </p:txBody>
      </p:sp>
      <p:sp>
        <p:nvSpPr>
          <p:cNvPr id="13"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FFFFFF"/>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Dark / Blank">
    <p:bg>
      <p:bgPr>
        <a:solidFill>
          <a:srgbClr val="171717"/>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7931A"/>
              </a:gs>
              <a:gs pos="34000">
                <a:srgbClr val="FF5DB1"/>
              </a:gs>
              <a:gs pos="6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[Presentation</a:t>
            </a:r>
          </a:p>
          <a:p>
            <a:pPr algn="l" marL="0" indent="0">
              <a:defRPr sz="4800" b="1">
                <a:solidFill>
                  <a:srgbClr val="FFFFFF"/>
                </a:solidFill>
                <a:latin typeface="Inter"/>
              </a:defRPr>
              <a:lnSpc>
                <a:spcPct val="112000"/>
              </a:lnSpc>
              <a:spcAft>
                <a:spcPts val="1200"/>
              </a:spcAft>
              <a:buNone/>
            </a:pPr>
            <a:r>
              <a:t>title]</a:t>
            </a:r>
          </a:p>
        </p:txBody>
      </p:sp>
      <p:sp>
        <p:nvSpPr>
          <p:cNvPr id="6"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[A clear sentence about the civic purpose]</a:t>
            </a:r>
          </a:p>
        </p:txBody>
      </p:sp>
      <p:sp>
        <p:nvSpPr>
          <p:cNvPr id="7"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FFFFFF"/>
                </a:solidFill>
                <a:latin typeface="Inter"/>
              </a:defRPr>
              <a:lnSpc>
                <a:spcPct val="112000"/>
              </a:lnSpc>
              <a:spcAft>
                <a:spcPts val="1200"/>
              </a:spcAft>
              <a:buNone/>
            </a:pPr>
            <a:r>
              <a:t>[Presenter / team]</a:t>
            </a:r>
          </a:p>
          <a:p>
            <a:pPr algn="l" marL="0" indent="0">
              <a:defRPr sz="1700" b="0">
                <a:solidFill>
                  <a:srgbClr val="FFFFFF"/>
                </a:solidFill>
                <a:latin typeface="Inter"/>
              </a:defRPr>
              <a:lnSpc>
                <a:spcPct val="112000"/>
              </a:lnSpc>
              <a:spcAft>
                <a:spcPts val="1200"/>
              </a:spcAft>
              <a:buNone/>
            </a:pPr>
            <a:r>
              <a:t>[Event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1A1717"/>
        </a:solidFill>
        <a:effectLst/>
      </p:bgPr>
    </p:bg>
    <p:spTree>
      <p:nvGrpSpPr>
        <p:cNvPr id="1" name=""/>
        <p:cNvGrpSpPr/>
        <p:nvPr/>
      </p:nvGrpSpPr>
      <p:grpSpPr/>
      <p:sp>
        <p:nvSpPr>
          <p:cNvPr id="5"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FFFFFF"/>
                </a:solidFill>
                <a:latin typeface="Inter"/>
              </a:defRPr>
              <a:lnSpc>
                <a:spcPct val="112000"/>
              </a:lnSpc>
              <a:spcAft>
                <a:spcPts val="1200"/>
              </a:spcAft>
              <a:buNone/>
            </a:pPr>
            <a:r>
              <a:t>[Section title]</a:t>
            </a:r>
          </a:p>
        </p:txBody>
      </p:sp>
      <p:sp>
        <p:nvSpPr>
          <p:cNvPr id="6"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FFFFFF"/>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[Lead with the point]</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why this matters to the audience]</a:t>
            </a:r>
          </a:p>
        </p:txBody>
      </p:sp>
      <p:sp>
        <p:nvSpPr>
          <p:cNvPr id="7"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FFFFFF"/>
                </a:solidFill>
                <a:latin typeface="Inter"/>
              </a:defRPr>
              <a:lnSpc>
                <a:spcPct val="112000"/>
              </a:lnSpc>
              <a:spcAft>
                <a:spcPts val="1200"/>
              </a:spcAft>
              <a:buNone/>
            </a:pPr>
            <a:r>
              <a:t>[First idea — one concise sentence]</a:t>
            </a:r>
          </a:p>
          <a:p>
            <a:pPr algn="l" marL="0" indent="0">
              <a:defRPr sz="2700" b="0">
                <a:solidFill>
                  <a:srgbClr val="FFFFFF"/>
                </a:solidFill>
                <a:latin typeface="Inter"/>
              </a:defRPr>
              <a:lnSpc>
                <a:spcPct val="112000"/>
              </a:lnSpc>
              <a:spcAft>
                <a:spcPts val="1200"/>
              </a:spcAft>
              <a:buNone/>
            </a:pPr>
            <a:r>
              <a:t>[Second idea — one concise sentence]</a:t>
            </a:r>
          </a:p>
          <a:p>
            <a:pPr algn="l" marL="0" indent="0">
              <a:defRPr sz="2700" b="0">
                <a:solidFill>
                  <a:srgbClr val="FFFFFF"/>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[Compare two ideas]</a:t>
            </a:r>
          </a:p>
        </p:txBody>
      </p:sp>
      <p:sp>
        <p:nvSpPr>
          <p:cNvPr id="6"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[First perspective]</a:t>
            </a:r>
          </a:p>
        </p:txBody>
      </p:sp>
      <p:sp>
        <p:nvSpPr>
          <p:cNvPr id="7"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idea in 40 words or fewer. Keep sentences concrete and easy to read.]</a:t>
            </a:r>
          </a:p>
        </p:txBody>
      </p:sp>
      <p:sp>
        <p:nvSpPr>
          <p:cNvPr id="8"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[Second perspective]</a:t>
            </a:r>
          </a:p>
        </p:txBody>
      </p:sp>
      <p:sp>
        <p:nvSpPr>
          <p:cNvPr id="9"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FFFFFF"/>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the place visible]</a:t>
            </a:r>
          </a:p>
        </p:txBody>
      </p:sp>
      <p:sp>
        <p:nvSpPr>
          <p:cNvPr id="8"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FFFFFF"/>
                </a:solidFill>
                <a:latin typeface="Inter"/>
              </a:defRPr>
              <a:lnSpc>
                <a:spcPct val="112000"/>
              </a:lnSpc>
              <a:spcAft>
                <a:spcPts val="1200"/>
              </a:spcAft>
              <a:buNone/>
            </a:pPr>
            <a:r>
              <a:t>[Insert a documentary photograph]</a:t>
            </a:r>
          </a:p>
        </p:txBody>
      </p:sp>
      <p:sp>
        <p:nvSpPr>
          <p:cNvPr id="9"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[What should we notice?]</a:t>
            </a:r>
          </a:p>
        </p:txBody>
      </p:sp>
      <p:sp>
        <p:nvSpPr>
          <p:cNvPr id="10"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[Connect the image to the public purpose. Use real Lugano, civic spaces, workshops or people making and learning.]</a:t>
            </a:r>
          </a:p>
        </p:txBody>
      </p:sp>
      <p:sp>
        <p:nvSpPr>
          <p:cNvPr id="11"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[Say what the data shows]</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[Unit, population and time period]</a:t>
            </a:r>
          </a:p>
        </p:txBody>
      </p:sp>
      <p:sp>
        <p:nvSpPr>
          <p:cNvPr id="8"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FFFFFF"/>
                </a:solidFill>
                <a:latin typeface="Inter"/>
              </a:defRPr>
              <a:lnSpc>
                <a:spcPct val="112000"/>
              </a:lnSpc>
              <a:spcAft>
                <a:spcPts val="1200"/>
              </a:spcAft>
              <a:buNone/>
            </a:pPr>
            <a:r>
              <a:t>[The takeaway]</a:t>
            </a:r>
          </a:p>
        </p:txBody>
      </p:sp>
      <p:sp>
        <p:nvSpPr>
          <p:cNvPr id="9"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FFFFFF"/>
                </a:solidFill>
                <a:latin typeface="Inter"/>
              </a:defRPr>
              <a:lnSpc>
                <a:spcPct val="112000"/>
              </a:lnSpc>
              <a:spcAft>
                <a:spcPts val="1200"/>
              </a:spcAft>
              <a:buNone/>
            </a:pPr>
            <a:r>
              <a:t>[Explain the implication and the limits of the evidence.]</a:t>
            </a:r>
          </a:p>
        </p:txBody>
      </p:sp>
      <p:sp>
        <p:nvSpPr>
          <p:cNvPr id="10"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FFFFFF"/>
                </a:solidFill>
                <a:latin typeface="Inter"/>
              </a:defRPr>
              <a:lnSpc>
                <a:spcPct val="112000"/>
              </a:lnSpc>
              <a:spcAft>
                <a:spcPts val="1200"/>
              </a:spcAft>
              <a:buNone/>
            </a:pPr>
            <a:r>
              <a:t>ILLUSTRATIVE DATA ONLY · Replace values and add a source before presenting.</a:t>
            </a:r>
          </a:p>
        </p:txBody>
      </p:sp>
      <p:graphicFrame>
        <p:nvGraphicFramePr>
          <p:cNvPr id="11" name="Chart 10"/>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a decision easier]</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[Explain what the comparison includes]</a:t>
            </a:r>
          </a:p>
        </p:txBody>
      </p:sp>
      <p:sp>
        <p:nvSpPr>
          <p:cNvPr id="8"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FFFFFF"/>
                </a:solidFill>
                <a:latin typeface="Inter"/>
              </a:defRPr>
              <a:lnSpc>
                <a:spcPct val="112000"/>
              </a:lnSpc>
              <a:spcAft>
                <a:spcPts val="1200"/>
              </a:spcAft>
              <a:buNone/>
            </a:pPr>
            <a:r>
              <a:t>[Source / definitions / caveat]</a:t>
            </a:r>
          </a:p>
        </p:txBody>
      </p:sp>
      <p:graphicFrame>
        <p:nvGraphicFramePr>
          <p:cNvPr id="9" name="Table 8"/>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FFF"/>
                          </a:solidFill>
                          <a:latin typeface="Inter"/>
                        </a:defRPr>
                      </a:pPr>
                      <a:r>
                        <a:t>[Option]</a:t>
                      </a:r>
                    </a:p>
                  </a:txBody>
                  <a:tcPr marL="164592" marT="128016">
                    <a:solidFill>
                      <a:srgbClr val="211D1D"/>
                    </a:solidFill>
                  </a:tcPr>
                </a:tc>
                <a:tc>
                  <a:txBody>
                    <a:bodyPr/>
                    <a:lstStyle/>
                    <a:p>
                      <a:pPr>
                        <a:defRPr sz="2000" b="1">
                          <a:solidFill>
                            <a:srgbClr val="FFFFFF"/>
                          </a:solidFill>
                          <a:latin typeface="Inter"/>
                        </a:defRPr>
                      </a:pPr>
                      <a:r>
                        <a:t>[Public benefit]</a:t>
                      </a:r>
                    </a:p>
                  </a:txBody>
                  <a:tcPr marL="164592" marT="128016">
                    <a:solidFill>
                      <a:srgbClr val="211D1D"/>
                    </a:solidFill>
                  </a:tcPr>
                </a:tc>
                <a:tc>
                  <a:txBody>
                    <a:bodyPr/>
                    <a:lstStyle/>
                    <a:p>
                      <a:pPr>
                        <a:defRPr sz="2000" b="1">
                          <a:solidFill>
                            <a:srgbClr val="FFFFFF"/>
                          </a:solidFill>
                          <a:latin typeface="Inter"/>
                        </a:defRPr>
                      </a:pPr>
                      <a:r>
                        <a:t>[Consideration]</a:t>
                      </a:r>
                    </a:p>
                  </a:txBody>
                  <a:tcPr marL="164592" marT="128016">
                    <a:solidFill>
                      <a:srgbClr val="211D1D"/>
                    </a:solidFill>
                  </a:tcPr>
                </a:tc>
              </a:tr>
              <a:tr h="777240">
                <a:tc>
                  <a:txBody>
                    <a:bodyPr/>
                    <a:lstStyle/>
                    <a:p>
                      <a:pPr>
                        <a:defRPr sz="2000" b="0">
                          <a:solidFill>
                            <a:srgbClr val="FFFFFF"/>
                          </a:solidFill>
                          <a:latin typeface="Inter"/>
                        </a:defRPr>
                      </a:pPr>
                      <a:r>
                        <a:t>[Option A]</a:t>
                      </a:r>
                    </a:p>
                  </a:txBody>
                  <a:tcPr marL="164592" marT="128016">
                    <a:solidFill>
                      <a:srgbClr val="1A1717"/>
                    </a:solidFill>
                  </a:tcPr>
                </a:tc>
                <a:tc>
                  <a:txBody>
                    <a:bodyPr/>
                    <a:lstStyle/>
                    <a:p>
                      <a:pPr>
                        <a:defRPr sz="2000" b="0">
                          <a:solidFill>
                            <a:srgbClr val="FFFFFF"/>
                          </a:solidFill>
                          <a:latin typeface="Inter"/>
                        </a:defRPr>
                      </a:pPr>
                      <a:r>
                        <a:t>[Benefit]</a:t>
                      </a:r>
                    </a:p>
                  </a:txBody>
                  <a:tcPr marL="164592" marT="128016">
                    <a:solidFill>
                      <a:srgbClr val="1A1717"/>
                    </a:solidFill>
                  </a:tcPr>
                </a:tc>
                <a:tc>
                  <a:txBody>
                    <a:bodyPr/>
                    <a:lstStyle/>
                    <a:p>
                      <a:pPr>
                        <a:defRPr sz="2000" b="0">
                          <a:solidFill>
                            <a:srgbClr val="FFFFFF"/>
                          </a:solidFill>
                          <a:latin typeface="Inter"/>
                        </a:defRPr>
                      </a:pPr>
                      <a:r>
                        <a:t>[Constraint]</a:t>
                      </a:r>
                    </a:p>
                  </a:txBody>
                  <a:tcPr marL="164592" marT="128016">
                    <a:solidFill>
                      <a:srgbClr val="1A1717"/>
                    </a:solidFill>
                  </a:tcPr>
                </a:tc>
              </a:tr>
              <a:tr h="777240">
                <a:tc>
                  <a:txBody>
                    <a:bodyPr/>
                    <a:lstStyle/>
                    <a:p>
                      <a:pPr>
                        <a:defRPr sz="2000" b="0">
                          <a:solidFill>
                            <a:srgbClr val="FFFFFF"/>
                          </a:solidFill>
                          <a:latin typeface="Inter"/>
                        </a:defRPr>
                      </a:pPr>
                      <a:r>
                        <a:t>[Option B]</a:t>
                      </a:r>
                    </a:p>
                  </a:txBody>
                  <a:tcPr marL="164592" marT="128016">
                    <a:solidFill>
                      <a:srgbClr val="171717"/>
                    </a:solidFill>
                  </a:tcPr>
                </a:tc>
                <a:tc>
                  <a:txBody>
                    <a:bodyPr/>
                    <a:lstStyle/>
                    <a:p>
                      <a:pPr>
                        <a:defRPr sz="2000" b="0">
                          <a:solidFill>
                            <a:srgbClr val="FFFFFF"/>
                          </a:solidFill>
                          <a:latin typeface="Inter"/>
                        </a:defRPr>
                      </a:pPr>
                      <a:r>
                        <a:t>[Benefit]</a:t>
                      </a:r>
                    </a:p>
                  </a:txBody>
                  <a:tcPr marL="164592" marT="128016">
                    <a:solidFill>
                      <a:srgbClr val="171717"/>
                    </a:solidFill>
                  </a:tcPr>
                </a:tc>
                <a:tc>
                  <a:txBody>
                    <a:bodyPr/>
                    <a:lstStyle/>
                    <a:p>
                      <a:pPr>
                        <a:defRPr sz="2000" b="0">
                          <a:solidFill>
                            <a:srgbClr val="FFFFFF"/>
                          </a:solidFill>
                          <a:latin typeface="Inter"/>
                        </a:defRPr>
                      </a:pPr>
                      <a:r>
                        <a:t>[Constraint]</a:t>
                      </a:r>
                    </a:p>
                  </a:txBody>
                  <a:tcPr marL="164592" marT="128016">
                    <a:solidFill>
                      <a:srgbClr val="171717"/>
                    </a:solidFill>
                  </a:tcPr>
                </a:tc>
              </a:tr>
              <a:tr h="777240">
                <a:tc>
                  <a:txBody>
                    <a:bodyPr/>
                    <a:lstStyle/>
                    <a:p>
                      <a:pPr>
                        <a:defRPr sz="2000" b="0">
                          <a:solidFill>
                            <a:srgbClr val="FFFFFF"/>
                          </a:solidFill>
                          <a:latin typeface="Inter"/>
                        </a:defRPr>
                      </a:pPr>
                      <a:r>
                        <a:t>[Option C]</a:t>
                      </a:r>
                    </a:p>
                  </a:txBody>
                  <a:tcPr marL="164592" marT="128016">
                    <a:solidFill>
                      <a:srgbClr val="1A1717"/>
                    </a:solidFill>
                  </a:tcPr>
                </a:tc>
                <a:tc>
                  <a:txBody>
                    <a:bodyPr/>
                    <a:lstStyle/>
                    <a:p>
                      <a:pPr>
                        <a:defRPr sz="2000" b="0">
                          <a:solidFill>
                            <a:srgbClr val="FFFFFF"/>
                          </a:solidFill>
                          <a:latin typeface="Inter"/>
                        </a:defRPr>
                      </a:pPr>
                      <a:r>
                        <a:t>[Benefit]</a:t>
                      </a:r>
                    </a:p>
                  </a:txBody>
                  <a:tcPr marL="164592" marT="128016">
                    <a:solidFill>
                      <a:srgbClr val="1A1717"/>
                    </a:solidFill>
                  </a:tcPr>
                </a:tc>
                <a:tc>
                  <a:txBody>
                    <a:bodyPr/>
                    <a:lstStyle/>
                    <a:p>
                      <a:pPr>
                        <a:defRPr sz="2000" b="0">
                          <a:solidFill>
                            <a:srgbClr val="FFFFFF"/>
                          </a:solidFill>
                          <a:latin typeface="Inter"/>
                        </a:defRPr>
                      </a:pPr>
                      <a:r>
                        <a:t>[Constraint]</a:t>
                      </a:r>
                    </a:p>
                  </a:txBody>
                  <a:tcPr marL="164592" marT="128016">
                    <a:solidFill>
                      <a:srgbClr val="1A171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FFFFFF"/>
                </a:solidFill>
                <a:latin typeface="Inter"/>
              </a:defRPr>
              <a:lnSpc>
                <a:spcPct val="112000"/>
              </a:lnSpc>
              <a:spcAft>
                <a:spcPts val="1200"/>
              </a:spcAft>
              <a:buNone/>
            </a:pPr>
            <a:r>
              <a:t>[A short quotation,</a:t>
            </a:r>
          </a:p>
          <a:p>
            <a:pPr algn="l" marL="0" indent="0">
              <a:defRPr sz="4200" b="1">
                <a:solidFill>
                  <a:srgbClr val="FFFFFF"/>
                </a:solidFill>
                <a:latin typeface="Inter"/>
              </a:defRPr>
              <a:lnSpc>
                <a:spcPct val="112000"/>
              </a:lnSpc>
              <a:spcAft>
                <a:spcPts val="1200"/>
              </a:spcAft>
              <a:buNone/>
            </a:pPr>
            <a:r>
              <a:t>accurately attributed.]</a:t>
            </a:r>
          </a:p>
        </p:txBody>
      </p:sp>
      <p:sp>
        <p:nvSpPr>
          <p:cNvPr id="6"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FFFFFF"/>
                </a:solidFill>
                <a:latin typeface="Inter"/>
              </a:defRPr>
              <a:lnSpc>
                <a:spcPct val="112000"/>
              </a:lnSpc>
              <a:spcAft>
                <a:spcPts val="1200"/>
              </a:spcAft>
              <a:buNone/>
            </a:pPr>
            <a:r>
              <a:t>[Speaker / role]</a:t>
            </a:r>
          </a:p>
          <a:p>
            <a:pPr algn="l" marL="0" indent="0">
              <a:defRPr sz="2000" b="0">
                <a:solidFill>
                  <a:srgbClr val="FFFFFF"/>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[What happens next?]</a:t>
            </a:r>
          </a:p>
        </p:txBody>
      </p:sp>
      <p:sp>
        <p:nvSpPr>
          <p:cNvPr id="6"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[Learn]</a:t>
            </a:r>
          </a:p>
        </p:txBody>
      </p:sp>
      <p:sp>
        <p:nvSpPr>
          <p:cNvPr id="7"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8"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[Test]</a:t>
            </a:r>
          </a:p>
        </p:txBody>
      </p:sp>
      <p:sp>
        <p:nvSpPr>
          <p:cNvPr id="9"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0"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FFFFFF"/>
                </a:solidFill>
                <a:latin typeface="Inter"/>
              </a:defRPr>
              <a:lnSpc>
                <a:spcPct val="112000"/>
              </a:lnSpc>
              <a:spcAft>
                <a:spcPts val="1200"/>
              </a:spcAft>
              <a:buNone/>
            </a:pPr>
            <a:r>
              <a:t>[Contribute]</a:t>
            </a:r>
          </a:p>
        </p:txBody>
      </p:sp>
      <p:sp>
        <p:nvSpPr>
          <p:cNvPr id="11"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[Concrete next action]</a:t>
            </a:r>
          </a:p>
          <a:p>
            <a:pPr algn="l" marL="0" indent="0">
              <a:defRPr sz="2300" b="0">
                <a:solidFill>
                  <a:srgbClr val="FFFFFF"/>
                </a:solidFill>
                <a:latin typeface="Inter"/>
              </a:defRPr>
              <a:lnSpc>
                <a:spcPct val="112000"/>
              </a:lnSpc>
              <a:spcAft>
                <a:spcPts val="1200"/>
              </a:spcAft>
              <a:buNone/>
            </a:pPr>
            <a:r>
              <a:t>[Owner · timing]</a:t>
            </a:r>
          </a:p>
        </p:txBody>
      </p:sp>
      <p:sp>
        <p:nvSpPr>
          <p:cNvPr id="12"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171717"/>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FFFFFF"/>
                </a:solidFill>
                <a:latin typeface="Inter"/>
              </a:defRPr>
              <a:lnSpc>
                <a:spcPct val="112000"/>
              </a:lnSpc>
              <a:spcAft>
                <a:spcPts val="1200"/>
              </a:spcAft>
              <a:buNone/>
            </a:pPr>
            <a:r>
              <a:t>Make it yours. Keep it Plan B.</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FFFFFF"/>
                </a:solidFill>
                <a:latin typeface="Inter"/>
              </a:defRPr>
              <a:lnSpc>
                <a:spcPct val="112000"/>
              </a:lnSpc>
              <a:spcAft>
                <a:spcPts val="1200"/>
              </a:spcAft>
              <a:buNone/>
            </a:pPr>
            <a:r>
              <a:t>Delete this guidance slide before presenting.</a:t>
            </a:r>
          </a:p>
        </p:txBody>
      </p:sp>
      <p:sp>
        <p:nvSpPr>
          <p:cNvPr id="7"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Use the layouts</a:t>
            </a:r>
          </a:p>
          <a:p>
            <a:pPr algn="l" marL="0" indent="0">
              <a:defRPr sz="2300" b="0">
                <a:solidFill>
                  <a:srgbClr val="FFFFFF"/>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8"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FFFFFF"/>
                </a:solidFill>
                <a:latin typeface="Inter"/>
              </a:defRPr>
              <a:lnSpc>
                <a:spcPct val="112000"/>
              </a:lnSpc>
              <a:spcAft>
                <a:spcPts val="1200"/>
              </a:spcAft>
              <a:buNone/>
            </a:pPr>
            <a:r>
              <a:t>Keep it clear</a:t>
            </a:r>
          </a:p>
          <a:p>
            <a:pPr algn="l" marL="0" indent="0">
              <a:defRPr sz="2300" b="0">
                <a:solidFill>
                  <a:srgbClr val="FFFFFF"/>
                </a:solidFill>
                <a:latin typeface="Inter"/>
              </a:defRPr>
              <a:lnSpc>
                <a:spcPct val="112000"/>
              </a:lnSpc>
              <a:spcAft>
                <a:spcPts val="1200"/>
              </a:spcAft>
              <a:buNone/>
            </a:pPr>
            <a:r>
              <a:t>One idea per slide. Keep the selected light or dark palette. Preserve the gradient band and keep text on solid grounds. Aim for 20pt or larger body text.</a:t>
            </a:r>
          </a:p>
        </p:txBody>
      </p:sp>
    </p:spTree>
  </p:cSld>
  <p:clrMapOvr>
    <a:masterClrMapping/>
  </p:clrMapOvr>
</p:sld>
</file>

<file path=ppt/theme/theme1.xml><?xml version="1.0" encoding="utf-8"?>
<a:theme xmlns:a="http://schemas.openxmlformats.org/drawingml/2006/main" name="Office Theme">
  <a:themeElements>
    <a:clrScheme name="Plan B Civic Digital Commons">
      <a:dk1>
        <a:srgbClr val="ffffff"/>
      </a:dk1>
      <a:lt1>
        <a:srgbClr val="171717"/>
      </a:lt1>
      <a:dk2>
        <a:srgbClr val="ffffff"/>
      </a:dk2>
      <a:lt2>
        <a:srgbClr val="1a1717"/>
      </a:lt2>
      <a:accent1>
        <a:srgbClr val="ffffff"/>
      </a:accent1>
      <a:accent2>
        <a:srgbClr val="e15364"/>
      </a:accent2>
      <a:accent3>
        <a:srgbClr val="f7931a"/>
      </a:accent3>
      <a:accent4>
        <a:srgbClr val="7468ff"/>
      </a:accent4>
      <a:accent5>
        <a:srgbClr val="ff5db1"/>
      </a:accent5>
      <a:accent6>
        <a:srgbClr val="23f5ff"/>
      </a:accent6>
      <a:hlink>
        <a:srgbClr val="ffffff"/>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 / Dark</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