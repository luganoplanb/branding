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planb-white.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Illustrative values</c:v>
                </c:pt>
              </c:strCache>
            </c:strRef>
          </c:tx>
          <c:dPt>
            <c:idx val="0"/>
            <c:spPr>
              <a:solidFill>
                <a:srgbClr val="7468FF"/>
              </a:solidFill>
              <a:ln>
                <a:noFill/>
              </a:ln>
            </c:spPr>
          </c:dPt>
          <c:dPt>
            <c:idx val="1"/>
            <c:spPr>
              <a:solidFill>
                <a:srgbClr val="E15364"/>
              </a:solidFill>
              <a:ln>
                <a:noFill/>
              </a:ln>
            </c:spPr>
          </c:dPt>
          <c:dPt>
            <c:idx val="2"/>
            <c:spPr>
              <a:solidFill>
                <a:srgbClr val="F7931A"/>
              </a:solidFill>
              <a:ln>
                <a:noFill/>
              </a:ln>
            </c:spPr>
          </c:dPt>
          <c:cat>
            <c:strRef>
              <c:f>Sheet1!$A$2:$A$4</c:f>
              <c:strCache>
                <c:ptCount val="3"/>
                <c:pt idx="0">
                  <c:v>Example A</c:v>
                </c:pt>
                <c:pt idx="1">
                  <c:v>Example B</c:v>
                </c:pt>
                <c:pt idx="2">
                  <c:v>Example C</c:v>
                </c:pt>
              </c:strCache>
            </c:strRef>
          </c:cat>
          <c:val>
            <c:numRef>
              <c:f>Sheet1!$B$2:$B$4</c:f>
              <c:numCache>
                <c:formatCode>General</c:formatCode>
                <c:ptCount val="3"/>
                <c:pt idx="0">
                  <c:v>20</c:v>
                </c:pt>
                <c:pt idx="1">
                  <c:v>35</c:v>
                </c:pt>
                <c:pt idx="2">
                  <c:v>50</c:v>
                </c:pt>
              </c:numCache>
            </c:numRef>
          </c:val>
        </c:ser>
        <c:dLbls>
          <c:txPr>
            <a:bodyPr/>
            <a:lstStyle/>
            <a:p>
              <a:pPr>
                <a:defRPr sz="1500">
                  <a:solidFill>
                    <a:srgbClr val="FFFFFF"/>
                  </a:solidFill>
                  <a:latin typeface="Inter"/>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500">
                <a:solidFill>
                  <a:srgbClr val="FFFFFF"/>
                </a:solidFill>
                <a:latin typeface="Inter"/>
              </a:defRPr>
            </a:pPr>
          </a:p>
        </c:txPr>
        <c:crossAx val="-2113994440"/>
        <c:crosses val="autoZero"/>
        <c:auto val="1"/>
        <c:lblAlgn val="ctr"/>
        <c:lblOffset val="100"/>
        <c:noMultiLvlLbl val="0"/>
      </c:catAx>
      <c:valAx>
        <c:axId val="-2113994440"/>
        <c:scaling>
          <c:max val="60.0"/>
          <c:min val="0.0"/>
        </c:scaling>
        <c:delete val="0"/>
        <c:axPos val="b"/>
        <c:majorGridlines>
          <c:spPr>
            <a:ln>
              <a:solidFill>
                <a:srgbClr val="494040"/>
              </a:solidFill>
            </a:ln>
          </c:spPr>
        </c:majorGridlines>
        <c:majorTickMark val="out"/>
        <c:minorTickMark val="none"/>
        <c:tickLblPos val="nextTo"/>
        <c:txPr>
          <a:bodyPr/>
          <a:lstStyle/>
          <a:p>
            <a:pPr>
              <a:defRPr sz="1200">
                <a:solidFill>
                  <a:srgbClr val="FFFFFF"/>
                </a:solidFill>
                <a:latin typeface="Inter"/>
              </a:defRPr>
            </a:pPr>
          </a:p>
        </c:txPr>
        <c:crossAx val="-2068027336"/>
        <c:crosses val="autoZero"/>
      </c:valAx>
    </c:plotArea>
    <c:dispBlanksAs val="gap"/>
  </c:chart>
  <c:spPr>
    <a:solidFill>
      <a:srgbClr val="171717"/>
    </a:solid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Replace bracketed text. Aim for a title under 8 words. Keep the inherited mark intact. This template uses the existing Lugano Plan B identity, not a newly designed Foundation logo. Install bundled Inter fonts before editing. Choose Home &gt; New Slide for Plan B layouts.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Use between major topics, not before every slide. The background follows the selected light or dark edition. The gradient is the brand signal. Keep the statement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Use three short statements instead of a wall of bullets. Body is 27pt. Explain public benefit before technical detail. The editable text box supports additional paragraphs but do not shrink below 20pt to fit more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Useful for problem/response, today/proposal, or two options. Equal space means equal status. Do not imply a ranking through color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Use the picture placeholder to insert an image, then Crop &gt; Fit or Fill. Replace the placeholder copy. Add alt text and a credit. Use real photographs with permission; no synthetic evidence or implied endorsements.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The starter contains an editable native PowerPoint chart with an embedded Excel workbook. All values are synthetic. Use Edit Data to replace them. Give units, source, date and uncertainty. Use navy for structure, blue for context and gold for one emphasis.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Native editable table in the starter. Keep to 3–4 columns and 3–5 rows. Replace bracketed fields. Do not use a screenshot of a spreadsheet. Keep text at least 20pt. Use a navy header and alternating quiet grounds.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This is placeholder text, not a real quotation or endorsement. Verify the wording, permission where required, attribution and source. Keep quotations short. Do not invent testimonials.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Close with specific actions and realistic timing. Add a real contact or project link. The three headings are editable prompts, not a promised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This deck is an editable starter, not a finished presentation. Ten Plan B layouts plus a branded blank are supplied. Speaker notes describe usage. Reuse the POTX in PowerPoint to create a new document. Keynote/LibreOffice may vary in rendering; check after import.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planb-white.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cust" preserve="1" showMasterSp="1">
  <p:cSld name="Plan B / Dark / Cover">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1234440"/>
            <a:ext cx="6675120" cy="1965960"/>
          </a:xfrm>
          <a:prstGeom prst="rect">
            <a:avLst/>
          </a:prstGeom>
          <a:noFill/>
        </p:spPr>
        <p:txBody>
          <a:bodyPr wrap="square" lIns="0" rIns="0" tIns="0" bIns="0">
            <a:spAutoFit/>
          </a:bodyPr>
          <a:lstStyle/>
          <a:p>
            <a:pPr algn="l" marL="0" indent="0">
              <a:defRPr sz="4800" b="1">
                <a:solidFill>
                  <a:srgbClr val="FFFFFF"/>
                </a:solidFill>
                <a:latin typeface="Inter"/>
              </a:defRPr>
              <a:lnSpc>
                <a:spcPct val="112000"/>
              </a:lnSpc>
              <a:spcAft>
                <a:spcPts val="1200"/>
              </a:spcAft>
              <a:buNone/>
            </a:pPr>
            <a:r>
              <a:t>[Presentation</a:t>
            </a:r>
          </a:p>
          <a:p>
            <a:pPr algn="l" marL="0" indent="0">
              <a:defRPr sz="4800" b="1">
                <a:solidFill>
                  <a:srgbClr val="FFFFFF"/>
                </a:solidFill>
                <a:latin typeface="Inter"/>
              </a:defRPr>
              <a:lnSpc>
                <a:spcPct val="112000"/>
              </a:lnSpc>
              <a:spcAft>
                <a:spcPts val="1200"/>
              </a:spcAft>
              <a:buNone/>
            </a:pPr>
            <a:r>
              <a:t>title]</a:t>
            </a:r>
          </a:p>
        </p:txBody>
      </p:sp>
      <p:sp>
        <p:nvSpPr>
          <p:cNvPr id="6"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[A clear sentence about the civic purpose]</a:t>
            </a:r>
          </a:p>
        </p:txBody>
      </p:sp>
      <p:sp>
        <p:nvSpPr>
          <p:cNvPr id="7" name="Placeholder 2"/>
          <p:cNvSpPr txBox="1"/>
          <p:nvPr>
            <p:ph type="body" idx="2"/>
          </p:nvPr>
        </p:nvSpPr>
        <p:spPr>
          <a:xfrm>
            <a:off x="621792" y="5074920"/>
            <a:ext cx="5943600" cy="731520"/>
          </a:xfrm>
          <a:prstGeom prst="rect">
            <a:avLst/>
          </a:prstGeom>
          <a:noFill/>
        </p:spPr>
        <p:txBody>
          <a:bodyPr wrap="square" lIns="0" rIns="0" tIns="0" bIns="0">
            <a:spAutoFit/>
          </a:bodyPr>
          <a:lstStyle/>
          <a:p>
            <a:pPr algn="l" marL="0" indent="0">
              <a:defRPr sz="1700" b="0">
                <a:solidFill>
                  <a:srgbClr val="FFFFFF"/>
                </a:solidFill>
                <a:latin typeface="Inter"/>
              </a:defRPr>
              <a:lnSpc>
                <a:spcPct val="112000"/>
              </a:lnSpc>
              <a:spcAft>
                <a:spcPts val="1200"/>
              </a:spcAft>
              <a:buNone/>
            </a:pPr>
            <a:r>
              <a:t>[Presenter / team]</a:t>
            </a:r>
          </a:p>
          <a:p>
            <a:pPr algn="l" marL="0" indent="0">
              <a:defRPr sz="1700" b="0">
                <a:solidFill>
                  <a:srgbClr val="FFFFFF"/>
                </a:solidFill>
                <a:latin typeface="Inter"/>
              </a:defRPr>
              <a:lnSpc>
                <a:spcPct val="112000"/>
              </a:lnSpc>
              <a:spcAft>
                <a:spcPts val="1200"/>
              </a:spcAft>
              <a:buNone/>
            </a:pPr>
            <a:r>
              <a:t>[Event · date]</a:t>
            </a:r>
          </a:p>
        </p:txBody>
      </p:sp>
      <p:sp>
        <p:nvSpPr>
          <p:cNvPr id="8" name="Rectangle 7"/>
          <p:cNvSpPr/>
          <p:nvPr/>
        </p:nvSpPr>
        <p:spPr>
          <a:xfrm>
            <a:off x="7818120" y="0"/>
            <a:ext cx="4379976" cy="6080760"/>
          </a:xfrm>
          <a:prstGeom prst="rect">
            <a:avLst/>
          </a:prstGeom>
          <a:solidFill>
            <a:srgbClr val="211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Original Lugano's Plan B mark" descr="Lugano's Plan B original logo; existing mark, not a new Foundation logo"/>
          <p:cNvPicPr>
            <a:picLocks noChangeAspect="1"/>
          </p:cNvPicPr>
          <p:nvPr/>
        </p:nvPicPr>
        <p:blipFill>
          <a:blip r:embed="rId2">
            <a:ext uri="{96DAC541-7B7A-43D3-8B79-37D633B846F1}">
              <ns0:svgBlip xmlns:ns0="http://schemas.microsoft.com/office/drawing/2016/SVG/main" r:embed="rId3"/>
            </a:ext>
          </a:blip>
          <a:stretch>
            <a:fillRect/>
          </a:stretch>
        </p:blipFill>
        <p:spPr>
          <a:xfrm>
            <a:off x="8302752" y="1325880"/>
            <a:ext cx="3401568" cy="720671"/>
          </a:xfrm>
          <a:prstGeom prst="rect">
            <a:avLst/>
          </a:prstGeom>
        </p:spPr>
      </p:pic>
      <p:sp>
        <p:nvSpPr>
          <p:cNvPr id="10" name="Open.&#10;Capable.&#10;Curious.&#10;Grounded."/>
          <p:cNvSpPr txBox="1"/>
          <p:nvPr/>
        </p:nvSpPr>
        <p:spPr>
          <a:xfrm>
            <a:off x="8302752" y="2788920"/>
            <a:ext cx="3291840" cy="2103120"/>
          </a:xfrm>
          <a:prstGeom prst="rect">
            <a:avLst/>
          </a:prstGeom>
          <a:noFill/>
        </p:spPr>
        <p:txBody>
          <a:bodyPr wrap="square" lIns="0" rIns="0" tIns="0" bIns="0">
            <a:spAutoFit/>
          </a:bodyPr>
          <a:lstStyle/>
          <a:p>
            <a:pPr algn="l" marL="0" indent="0">
              <a:defRPr sz="2900" b="1">
                <a:solidFill>
                  <a:srgbClr val="FFFFFF"/>
                </a:solidFill>
                <a:latin typeface="Inter"/>
              </a:defRPr>
              <a:lnSpc>
                <a:spcPct val="112000"/>
              </a:lnSpc>
              <a:spcAft>
                <a:spcPts val="1200"/>
              </a:spcAft>
              <a:buNone/>
            </a:pPr>
            <a:r>
              <a:t>Open.</a:t>
            </a:r>
          </a:p>
          <a:p>
            <a:pPr algn="l" marL="0" indent="0">
              <a:defRPr sz="2900" b="1">
                <a:solidFill>
                  <a:srgbClr val="FFFFFF"/>
                </a:solidFill>
                <a:latin typeface="Inter"/>
              </a:defRPr>
              <a:lnSpc>
                <a:spcPct val="112000"/>
              </a:lnSpc>
              <a:spcAft>
                <a:spcPts val="1200"/>
              </a:spcAft>
              <a:buNone/>
            </a:pPr>
            <a:r>
              <a:t>Capable.</a:t>
            </a:r>
          </a:p>
          <a:p>
            <a:pPr algn="l" marL="0" indent="0">
              <a:defRPr sz="2900" b="1">
                <a:solidFill>
                  <a:srgbClr val="FFFFFF"/>
                </a:solidFill>
                <a:latin typeface="Inter"/>
              </a:defRPr>
              <a:lnSpc>
                <a:spcPct val="112000"/>
              </a:lnSpc>
              <a:spcAft>
                <a:spcPts val="1200"/>
              </a:spcAft>
              <a:buNone/>
            </a:pPr>
            <a:r>
              <a:t>Curious.</a:t>
            </a:r>
          </a:p>
          <a:p>
            <a:pPr algn="l" marL="0" indent="0">
              <a:defRPr sz="2900" b="1">
                <a:solidFill>
                  <a:srgbClr val="FFFFFF"/>
                </a:solidFill>
                <a:latin typeface="Inter"/>
              </a:defRPr>
              <a:lnSpc>
                <a:spcPct val="112000"/>
              </a:lnSpc>
              <a:spcAft>
                <a:spcPts val="1200"/>
              </a:spcAft>
              <a:buNone/>
            </a:pPr>
            <a:r>
              <a:t>Grounded.</a:t>
            </a:r>
          </a:p>
        </p:txBody>
      </p:sp>
      <p:sp>
        <p:nvSpPr>
          <p:cNvPr id="11" name="Plan B / Network energy gradient"/>
          <p:cNvSpPr/>
          <p:nvPr/>
        </p:nvSpPr>
        <p:spPr>
          <a:xfrm>
            <a:off x="7818120" y="5715000"/>
            <a:ext cx="4379976" cy="36576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cust" preserve="1" showMasterSp="1">
  <p:cSld name="Plan B / Dark / Section">
    <p:bg>
      <p:bgPr>
        <a:solidFill>
          <a:srgbClr val="1A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gn="l" marL="0" indent="0">
              <a:defRPr sz="4800" b="1">
                <a:solidFill>
                  <a:srgbClr val="FFFFFF"/>
                </a:solidFill>
                <a:latin typeface="Inter"/>
              </a:defRPr>
              <a:lnSpc>
                <a:spcPct val="112000"/>
              </a:lnSpc>
              <a:spcAft>
                <a:spcPts val="1200"/>
              </a:spcAft>
              <a:buNone/>
            </a:pPr>
            <a:r>
              <a:t>[Section title]</a:t>
            </a:r>
          </a:p>
        </p:txBody>
      </p:sp>
      <p:sp>
        <p:nvSpPr>
          <p:cNvPr id="6" name="Placeholder 1"/>
          <p:cNvSpPr txBox="1"/>
          <p:nvPr>
            <p:ph type="body" idx="1"/>
          </p:nvPr>
        </p:nvSpPr>
        <p:spPr>
          <a:xfrm>
            <a:off x="777240" y="3794760"/>
            <a:ext cx="9875520" cy="822960"/>
          </a:xfrm>
          <a:prstGeom prst="rect">
            <a:avLst/>
          </a:prstGeom>
          <a:noFill/>
        </p:spPr>
        <p:txBody>
          <a:bodyPr wrap="square" lIns="0" rIns="0" tIns="0" bIns="0">
            <a:spAutoFit/>
          </a:bodyPr>
          <a:lstStyle/>
          <a:p>
            <a:pPr algn="l" marL="0" indent="0">
              <a:defRPr sz="2500" b="0">
                <a:solidFill>
                  <a:srgbClr val="FFFFFF"/>
                </a:solidFill>
                <a:latin typeface="Inter"/>
              </a:defRPr>
              <a:lnSpc>
                <a:spcPct val="112000"/>
              </a:lnSpc>
              <a:spcAft>
                <a:spcPts val="1200"/>
              </a:spcAft>
              <a:buNone/>
            </a:pPr>
            <a:r>
              <a:t>[One sentence that sets the direction]</a:t>
            </a:r>
          </a:p>
        </p:txBody>
      </p:sp>
      <p:sp>
        <p:nvSpPr>
          <p:cNvPr id="7" name="Plan B / Network energy gradient"/>
          <p:cNvSpPr/>
          <p:nvPr/>
        </p:nvSpPr>
        <p:spPr>
          <a:xfrm>
            <a:off x="777240" y="1234440"/>
            <a:ext cx="3291840" cy="201168"/>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cust" preserve="1" showMasterSp="1">
  <p:cSld name="Plan B / Dark / Title and content">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[Lead with the point]</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[Explain why this matters to the audience]</a:t>
            </a:r>
          </a:p>
        </p:txBody>
      </p:sp>
      <p:sp>
        <p:nvSpPr>
          <p:cNvPr id="7" name="Placeholder 2"/>
          <p:cNvSpPr txBox="1"/>
          <p:nvPr>
            <p:ph type="body" idx="2"/>
          </p:nvPr>
        </p:nvSpPr>
        <p:spPr>
          <a:xfrm>
            <a:off x="777240" y="2606040"/>
            <a:ext cx="10332720" cy="2651760"/>
          </a:xfrm>
          <a:prstGeom prst="rect">
            <a:avLst/>
          </a:prstGeom>
          <a:noFill/>
        </p:spPr>
        <p:txBody>
          <a:bodyPr wrap="square" lIns="0" rIns="0" tIns="0" bIns="0">
            <a:spAutoFit/>
          </a:bodyPr>
          <a:lstStyle/>
          <a:p>
            <a:pPr algn="l" marL="0" indent="0">
              <a:defRPr sz="2700" b="0">
                <a:solidFill>
                  <a:srgbClr val="FFFFFF"/>
                </a:solidFill>
                <a:latin typeface="Inter"/>
              </a:defRPr>
              <a:lnSpc>
                <a:spcPct val="112000"/>
              </a:lnSpc>
              <a:spcAft>
                <a:spcPts val="1200"/>
              </a:spcAft>
              <a:buNone/>
            </a:pPr>
            <a:r>
              <a:t>[First idea — one concise sentence]</a:t>
            </a:r>
          </a:p>
          <a:p>
            <a:pPr algn="l" marL="0" indent="0">
              <a:defRPr sz="2700" b="0">
                <a:solidFill>
                  <a:srgbClr val="FFFFFF"/>
                </a:solidFill>
                <a:latin typeface="Inter"/>
              </a:defRPr>
              <a:lnSpc>
                <a:spcPct val="112000"/>
              </a:lnSpc>
              <a:spcAft>
                <a:spcPts val="1200"/>
              </a:spcAft>
              <a:buNone/>
            </a:pPr>
            <a:r>
              <a:t>[Second idea — one concise sentence]</a:t>
            </a:r>
          </a:p>
          <a:p>
            <a:pPr algn="l" marL="0" indent="0">
              <a:defRPr sz="2700" b="0">
                <a:solidFill>
                  <a:srgbClr val="FFFFFF"/>
                </a:solidFill>
                <a:latin typeface="Inter"/>
              </a:defRPr>
              <a:lnSpc>
                <a:spcPct val="112000"/>
              </a:lnSpc>
              <a:spcAft>
                <a:spcPts val="1200"/>
              </a:spcAft>
              <a:buNone/>
            </a:pPr>
            <a:r>
              <a:t>[Third idea — one concise sentence]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cust" preserve="1" showMasterSp="1">
  <p:cSld name="Plan B / Dark / Two columns">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[Compare two ideas]</a:t>
            </a:r>
          </a:p>
        </p:txBody>
      </p:sp>
      <p:sp>
        <p:nvSpPr>
          <p:cNvPr id="6" name="Placeholder 1"/>
          <p:cNvSpPr txBox="1"/>
          <p:nvPr>
            <p:ph type="body" idx="1"/>
          </p:nvPr>
        </p:nvSpPr>
        <p:spPr>
          <a:xfrm>
            <a:off x="640080" y="1874519"/>
            <a:ext cx="5074920" cy="54864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[First perspective]</a:t>
            </a:r>
          </a:p>
        </p:txBody>
      </p:sp>
      <p:sp>
        <p:nvSpPr>
          <p:cNvPr id="7" name="Placeholder 2"/>
          <p:cNvSpPr txBox="1"/>
          <p:nvPr>
            <p:ph type="body" idx="2"/>
          </p:nvPr>
        </p:nvSpPr>
        <p:spPr>
          <a:xfrm>
            <a:off x="640080" y="2697480"/>
            <a:ext cx="4983480" cy="256032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[Explain the idea in 40 words or fewer. Keep sentences concrete and easy to read.]</a:t>
            </a:r>
          </a:p>
        </p:txBody>
      </p:sp>
      <p:sp>
        <p:nvSpPr>
          <p:cNvPr id="8" name="Placeholder 3"/>
          <p:cNvSpPr txBox="1"/>
          <p:nvPr>
            <p:ph type="body" idx="3"/>
          </p:nvPr>
        </p:nvSpPr>
        <p:spPr>
          <a:xfrm>
            <a:off x="6446520" y="1874519"/>
            <a:ext cx="5074920" cy="54864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[Second perspective]</a:t>
            </a:r>
          </a:p>
        </p:txBody>
      </p:sp>
      <p:sp>
        <p:nvSpPr>
          <p:cNvPr id="9" name="Placeholder 4"/>
          <p:cNvSpPr txBox="1"/>
          <p:nvPr>
            <p:ph type="body" idx="4"/>
          </p:nvPr>
        </p:nvSpPr>
        <p:spPr>
          <a:xfrm>
            <a:off x="6446520" y="2697480"/>
            <a:ext cx="4983480" cy="256032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[Explain the difference or consequence. Use the same level of detail as the first column.]</a:t>
            </a:r>
          </a:p>
        </p:txBody>
      </p:sp>
      <p:sp>
        <p:nvSpPr>
          <p:cNvPr id="10" name="Rectangle 9"/>
          <p:cNvSpPr/>
          <p:nvPr/>
        </p:nvSpPr>
        <p:spPr>
          <a:xfrm>
            <a:off x="6062472" y="1828800"/>
            <a:ext cx="10972" cy="3794760"/>
          </a:xfrm>
          <a:prstGeom prst="rect">
            <a:avLst/>
          </a:prstGeom>
          <a:solidFill>
            <a:srgbClr val="49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ust" preserve="1" showMasterSp="1">
  <p:cSld name="Plan B / Dark / Image and story">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the place visible]</a:t>
            </a:r>
          </a:p>
        </p:txBody>
      </p:sp>
      <p:sp>
        <p:nvSpPr>
          <p:cNvPr id="6" name="Rounded Rectangle 5"/>
          <p:cNvSpPr/>
          <p:nvPr/>
        </p:nvSpPr>
        <p:spPr>
          <a:xfrm>
            <a:off x="594360" y="1828800"/>
            <a:ext cx="6720840" cy="3886200"/>
          </a:xfrm>
          <a:prstGeom prst="roundRect">
            <a:avLst>
              <a:gd name="adj" fmla="val 12000"/>
            </a:avLst>
          </a:prstGeom>
          <a:solidFill>
            <a:srgbClr val="1A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nsert a documentary photograph"/>
          <p:cNvSpPr txBox="1"/>
          <p:nvPr/>
        </p:nvSpPr>
        <p:spPr>
          <a:xfrm>
            <a:off x="914400" y="2834640"/>
            <a:ext cx="6035040" cy="105156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Insert a documentary photograph</a:t>
            </a:r>
          </a:p>
        </p:txBody>
      </p:sp>
      <p:sp>
        <p:nvSpPr>
          <p:cNvPr id="8" name="Placeholder 1"/>
          <p:cNvSpPr txBox="1"/>
          <p:nvPr>
            <p:ph type="pic" idx="1"/>
          </p:nvPr>
        </p:nvSpPr>
        <p:spPr>
          <a:xfrm>
            <a:off x="594360" y="1828800"/>
            <a:ext cx="6720840" cy="388620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[Insert a documentary photograph]</a:t>
            </a:r>
          </a:p>
        </p:txBody>
      </p:sp>
      <p:sp>
        <p:nvSpPr>
          <p:cNvPr id="9" name="Placeholder 2"/>
          <p:cNvSpPr txBox="1"/>
          <p:nvPr>
            <p:ph type="body" idx="2"/>
          </p:nvPr>
        </p:nvSpPr>
        <p:spPr>
          <a:xfrm>
            <a:off x="7772400" y="2011680"/>
            <a:ext cx="3749039" cy="1005840"/>
          </a:xfrm>
          <a:prstGeom prst="rect">
            <a:avLst/>
          </a:prstGeom>
          <a:noFill/>
        </p:spPr>
        <p:txBody>
          <a:bodyPr wrap="square" lIns="0" rIns="0" tIns="0" bIns="0">
            <a:spAutoFit/>
          </a:bodyPr>
          <a:lstStyle/>
          <a:p>
            <a:pPr algn="l" marL="0" indent="0">
              <a:defRPr sz="2700" b="1">
                <a:solidFill>
                  <a:srgbClr val="FFFFFF"/>
                </a:solidFill>
                <a:latin typeface="Inter"/>
              </a:defRPr>
              <a:lnSpc>
                <a:spcPct val="112000"/>
              </a:lnSpc>
              <a:spcAft>
                <a:spcPts val="1200"/>
              </a:spcAft>
              <a:buNone/>
            </a:pPr>
            <a:r>
              <a:t>[What should we notice?]</a:t>
            </a:r>
          </a:p>
        </p:txBody>
      </p:sp>
      <p:sp>
        <p:nvSpPr>
          <p:cNvPr id="10" name="Placeholder 3"/>
          <p:cNvSpPr txBox="1"/>
          <p:nvPr>
            <p:ph type="body" idx="3"/>
          </p:nvPr>
        </p:nvSpPr>
        <p:spPr>
          <a:xfrm>
            <a:off x="7772400" y="3246120"/>
            <a:ext cx="3749039" cy="237744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[Connect the image to the public purpose. Use real Lugano, civic spaces, workshops or people making and learning.]</a:t>
            </a:r>
          </a:p>
        </p:txBody>
      </p:sp>
      <p:sp>
        <p:nvSpPr>
          <p:cNvPr id="11" name="Placeholder 4"/>
          <p:cNvSpPr txBox="1"/>
          <p:nvPr>
            <p:ph type="body" idx="4"/>
          </p:nvPr>
        </p:nvSpPr>
        <p:spPr>
          <a:xfrm>
            <a:off x="640080" y="5852160"/>
            <a:ext cx="10515600" cy="320040"/>
          </a:xfrm>
          <a:prstGeom prst="rect">
            <a:avLst/>
          </a:prstGeom>
          <a:noFill/>
        </p:spPr>
        <p:txBody>
          <a:bodyPr wrap="square" lIns="0" rIns="0" tIns="0" bIns="0">
            <a:spAutoFit/>
          </a:bodyPr>
          <a:lstStyle/>
          <a:p>
            <a:pPr algn="l" marL="0" indent="0">
              <a:defRPr sz="1200" b="0">
                <a:solidFill>
                  <a:srgbClr val="FFFFFF"/>
                </a:solidFill>
                <a:latin typeface="Inter"/>
              </a:defRPr>
              <a:lnSpc>
                <a:spcPct val="112000"/>
              </a:lnSpc>
              <a:spcAft>
                <a:spcPts val="1200"/>
              </a:spcAft>
              <a:buNone/>
            </a:pPr>
            <a:r>
              <a:t>[Photo credit / source / permission]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cust" preserve="1" showMasterSp="1">
  <p:cSld name="Plan B / Dark / Chart and takeaway">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[Say what the data shows]</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[Unit, population and time period]</a:t>
            </a:r>
          </a:p>
        </p:txBody>
      </p:sp>
      <p:sp>
        <p:nvSpPr>
          <p:cNvPr id="7" name="Placeholder 2"/>
          <p:cNvSpPr txBox="1"/>
          <p:nvPr>
            <p:ph type="chart" idx="2"/>
          </p:nvPr>
        </p:nvSpPr>
        <p:spPr>
          <a:xfrm>
            <a:off x="640080" y="2286000"/>
            <a:ext cx="7132320" cy="342900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[Insert chart]</a:t>
            </a:r>
          </a:p>
        </p:txBody>
      </p:sp>
      <p:sp>
        <p:nvSpPr>
          <p:cNvPr id="8" name="Placeholder 3"/>
          <p:cNvSpPr txBox="1"/>
          <p:nvPr>
            <p:ph type="body" idx="3"/>
          </p:nvPr>
        </p:nvSpPr>
        <p:spPr>
          <a:xfrm>
            <a:off x="8229600" y="2423160"/>
            <a:ext cx="3291840" cy="777240"/>
          </a:xfrm>
          <a:prstGeom prst="rect">
            <a:avLst/>
          </a:prstGeom>
          <a:noFill/>
        </p:spPr>
        <p:txBody>
          <a:bodyPr wrap="square" lIns="0" rIns="0" tIns="0" bIns="0">
            <a:spAutoFit/>
          </a:bodyPr>
          <a:lstStyle/>
          <a:p>
            <a:pPr algn="l" marL="0" indent="0">
              <a:defRPr sz="2700" b="1">
                <a:solidFill>
                  <a:srgbClr val="FFFFFF"/>
                </a:solidFill>
                <a:latin typeface="Inter"/>
              </a:defRPr>
              <a:lnSpc>
                <a:spcPct val="112000"/>
              </a:lnSpc>
              <a:spcAft>
                <a:spcPts val="1200"/>
              </a:spcAft>
              <a:buNone/>
            </a:pPr>
            <a:r>
              <a:t>[The takeaway]</a:t>
            </a:r>
          </a:p>
        </p:txBody>
      </p:sp>
      <p:sp>
        <p:nvSpPr>
          <p:cNvPr id="9" name="Placeholder 4"/>
          <p:cNvSpPr txBox="1"/>
          <p:nvPr>
            <p:ph type="body" idx="4"/>
          </p:nvPr>
        </p:nvSpPr>
        <p:spPr>
          <a:xfrm>
            <a:off x="8229600" y="3429000"/>
            <a:ext cx="3291840" cy="192024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[Explain the implication and the limits of the evidence.]</a:t>
            </a:r>
          </a:p>
        </p:txBody>
      </p:sp>
      <p:sp>
        <p:nvSpPr>
          <p:cNvPr id="10" name="Placeholder 5"/>
          <p:cNvSpPr txBox="1"/>
          <p:nvPr>
            <p:ph type="body" idx="5"/>
          </p:nvPr>
        </p:nvSpPr>
        <p:spPr>
          <a:xfrm>
            <a:off x="640080" y="5897880"/>
            <a:ext cx="10881360" cy="320040"/>
          </a:xfrm>
          <a:prstGeom prst="rect">
            <a:avLst/>
          </a:prstGeom>
          <a:noFill/>
        </p:spPr>
        <p:txBody>
          <a:bodyPr wrap="square" lIns="0" rIns="0" tIns="0" bIns="0">
            <a:spAutoFit/>
          </a:bodyPr>
          <a:lstStyle/>
          <a:p>
            <a:pPr algn="l" marL="0" indent="0">
              <a:defRPr sz="1200" b="0">
                <a:solidFill>
                  <a:srgbClr val="FFFFFF"/>
                </a:solidFill>
                <a:latin typeface="Inter"/>
              </a:defRPr>
              <a:lnSpc>
                <a:spcPct val="112000"/>
              </a:lnSpc>
              <a:spcAft>
                <a:spcPts val="1200"/>
              </a:spcAft>
              <a:buNone/>
            </a:pPr>
            <a:r>
              <a:t>ILLUSTRATIVE DATA ONLY · Replace values and add a source before presenting.</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ust" preserve="1" showMasterSp="1">
  <p:cSld name="Plan B / Dark / Table">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a decision easier]</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[Explain what the comparison includes]</a:t>
            </a:r>
          </a:p>
        </p:txBody>
      </p:sp>
      <p:sp>
        <p:nvSpPr>
          <p:cNvPr id="7" name="Placeholder 2"/>
          <p:cNvSpPr txBox="1"/>
          <p:nvPr>
            <p:ph type="tbl" idx="2"/>
          </p:nvPr>
        </p:nvSpPr>
        <p:spPr>
          <a:xfrm>
            <a:off x="640080" y="2331720"/>
            <a:ext cx="10927080" cy="329184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[Insert table]</a:t>
            </a:r>
          </a:p>
        </p:txBody>
      </p:sp>
      <p:sp>
        <p:nvSpPr>
          <p:cNvPr id="8" name="Placeholder 3"/>
          <p:cNvSpPr txBox="1"/>
          <p:nvPr>
            <p:ph type="body" idx="3"/>
          </p:nvPr>
        </p:nvSpPr>
        <p:spPr>
          <a:xfrm>
            <a:off x="640080" y="5806440"/>
            <a:ext cx="10881360" cy="365760"/>
          </a:xfrm>
          <a:prstGeom prst="rect">
            <a:avLst/>
          </a:prstGeom>
          <a:noFill/>
        </p:spPr>
        <p:txBody>
          <a:bodyPr wrap="square" lIns="0" rIns="0" tIns="0" bIns="0">
            <a:spAutoFit/>
          </a:bodyPr>
          <a:lstStyle/>
          <a:p>
            <a:pPr algn="l" marL="0" indent="0">
              <a:defRPr sz="1300" b="0">
                <a:solidFill>
                  <a:srgbClr val="FFFFFF"/>
                </a:solidFill>
                <a:latin typeface="Inter"/>
              </a:defRPr>
              <a:lnSpc>
                <a:spcPct val="112000"/>
              </a:lnSpc>
              <a:spcAft>
                <a:spcPts val="1200"/>
              </a:spcAft>
              <a:buNone/>
            </a:pPr>
            <a:r>
              <a:t>[Source / definitions / caveat]</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ust" preserve="1" showMasterSp="1">
  <p:cSld name="Plan B / Dark / Quotation">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gn="l" marL="0" indent="0">
              <a:defRPr sz="4200" b="1">
                <a:solidFill>
                  <a:srgbClr val="FFFFFF"/>
                </a:solidFill>
                <a:latin typeface="Inter"/>
              </a:defRPr>
              <a:lnSpc>
                <a:spcPct val="112000"/>
              </a:lnSpc>
              <a:spcAft>
                <a:spcPts val="1200"/>
              </a:spcAft>
              <a:buNone/>
            </a:pPr>
            <a:r>
              <a:t>[A short quotation,</a:t>
            </a:r>
          </a:p>
          <a:p>
            <a:pPr algn="l" marL="0" indent="0">
              <a:defRPr sz="4200" b="1">
                <a:solidFill>
                  <a:srgbClr val="FFFFFF"/>
                </a:solidFill>
                <a:latin typeface="Inter"/>
              </a:defRPr>
              <a:lnSpc>
                <a:spcPct val="112000"/>
              </a:lnSpc>
              <a:spcAft>
                <a:spcPts val="1200"/>
              </a:spcAft>
              <a:buNone/>
            </a:pPr>
            <a:r>
              <a:t>accurately attributed.]</a:t>
            </a:r>
          </a:p>
        </p:txBody>
      </p:sp>
      <p:sp>
        <p:nvSpPr>
          <p:cNvPr id="6" name="Placeholder 1"/>
          <p:cNvSpPr txBox="1"/>
          <p:nvPr>
            <p:ph type="body" idx="1"/>
          </p:nvPr>
        </p:nvSpPr>
        <p:spPr>
          <a:xfrm>
            <a:off x="822960" y="4572000"/>
            <a:ext cx="9784080" cy="1005840"/>
          </a:xfrm>
          <a:prstGeom prst="rect">
            <a:avLst/>
          </a:prstGeom>
          <a:noFill/>
        </p:spPr>
        <p:txBody>
          <a:bodyPr wrap="square" lIns="0" rIns="0" tIns="0" bIns="0">
            <a:spAutoFit/>
          </a:bodyPr>
          <a:lstStyle/>
          <a:p>
            <a:pPr algn="l" marL="0" indent="0">
              <a:defRPr sz="2000" b="0">
                <a:solidFill>
                  <a:srgbClr val="FFFFFF"/>
                </a:solidFill>
                <a:latin typeface="Inter"/>
              </a:defRPr>
              <a:lnSpc>
                <a:spcPct val="112000"/>
              </a:lnSpc>
              <a:spcAft>
                <a:spcPts val="1200"/>
              </a:spcAft>
              <a:buNone/>
            </a:pPr>
            <a:r>
              <a:t>[Speaker / role]</a:t>
            </a:r>
          </a:p>
          <a:p>
            <a:pPr algn="l" marL="0" indent="0">
              <a:defRPr sz="2000" b="0">
                <a:solidFill>
                  <a:srgbClr val="FFFFFF"/>
                </a:solidFill>
                <a:latin typeface="Inter"/>
              </a:defRPr>
              <a:lnSpc>
                <a:spcPct val="112000"/>
              </a:lnSpc>
              <a:spcAft>
                <a:spcPts val="1200"/>
              </a:spcAft>
              <a:buNone/>
            </a:pPr>
            <a:r>
              <a:t>[Source · date]</a:t>
            </a:r>
          </a:p>
        </p:txBody>
      </p:sp>
      <p:sp>
        <p:nvSpPr>
          <p:cNvPr id="7" name="Plan B / Network energy gradient"/>
          <p:cNvSpPr/>
          <p:nvPr/>
        </p:nvSpPr>
        <p:spPr>
          <a:xfrm>
            <a:off x="777240" y="960120"/>
            <a:ext cx="2560320" cy="146304"/>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cust" preserve="1" showMasterSp="1">
  <p:cSld name="Plan B / Dark / Next steps">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[What happens next?]</a:t>
            </a:r>
          </a:p>
        </p:txBody>
      </p:sp>
      <p:sp>
        <p:nvSpPr>
          <p:cNvPr id="6" name="Placeholder 1"/>
          <p:cNvSpPr txBox="1"/>
          <p:nvPr>
            <p:ph type="body" idx="1"/>
          </p:nvPr>
        </p:nvSpPr>
        <p:spPr>
          <a:xfrm>
            <a:off x="64008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[Learn]</a:t>
            </a:r>
          </a:p>
        </p:txBody>
      </p:sp>
      <p:sp>
        <p:nvSpPr>
          <p:cNvPr id="7" name="Placeholder 2"/>
          <p:cNvSpPr txBox="1"/>
          <p:nvPr>
            <p:ph type="body" idx="2"/>
          </p:nvPr>
        </p:nvSpPr>
        <p:spPr>
          <a:xfrm>
            <a:off x="64008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8" name="Placeholder 3"/>
          <p:cNvSpPr txBox="1"/>
          <p:nvPr>
            <p:ph type="body" idx="3"/>
          </p:nvPr>
        </p:nvSpPr>
        <p:spPr>
          <a:xfrm>
            <a:off x="443484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[Test]</a:t>
            </a:r>
          </a:p>
        </p:txBody>
      </p:sp>
      <p:sp>
        <p:nvSpPr>
          <p:cNvPr id="9" name="Placeholder 4"/>
          <p:cNvSpPr txBox="1"/>
          <p:nvPr>
            <p:ph type="body" idx="4"/>
          </p:nvPr>
        </p:nvSpPr>
        <p:spPr>
          <a:xfrm>
            <a:off x="443484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10" name="Placeholder 5"/>
          <p:cNvSpPr txBox="1"/>
          <p:nvPr>
            <p:ph type="body" idx="5"/>
          </p:nvPr>
        </p:nvSpPr>
        <p:spPr>
          <a:xfrm>
            <a:off x="822960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[Contribute]</a:t>
            </a:r>
          </a:p>
        </p:txBody>
      </p:sp>
      <p:sp>
        <p:nvSpPr>
          <p:cNvPr id="11" name="Placeholder 6"/>
          <p:cNvSpPr txBox="1"/>
          <p:nvPr>
            <p:ph type="body" idx="6"/>
          </p:nvPr>
        </p:nvSpPr>
        <p:spPr>
          <a:xfrm>
            <a:off x="822960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12" name="Placeholder 7"/>
          <p:cNvSpPr txBox="1"/>
          <p:nvPr>
            <p:ph type="body" idx="7"/>
          </p:nvPr>
        </p:nvSpPr>
        <p:spPr>
          <a:xfrm>
            <a:off x="640080" y="5577840"/>
            <a:ext cx="10789920" cy="41148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[Contact / project URL]</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ust" preserve="1" showMasterSp="1">
  <p:cSld name="Plan B / Dark / Template guide">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lan B Foundation"/>
          <p:cNvSpPr txBox="1"/>
          <p:nvPr/>
        </p:nvSpPr>
        <p:spPr>
          <a:xfrm>
            <a:off x="594360" y="6382512"/>
            <a:ext cx="3657600" cy="228600"/>
          </a:xfrm>
          <a:prstGeom prst="rect">
            <a:avLst/>
          </a:prstGeom>
          <a:noFill/>
        </p:spPr>
        <p:txBody>
          <a:bodyPr wrap="square" lIns="0" rIns="0" tIns="0" bIns="0">
            <a:spAutoFit/>
          </a:bodyPr>
          <a:lstStyle/>
          <a:p>
            <a:pPr algn="l" marL="0" indent="0">
              <a:defRPr sz="1100" b="1">
                <a:solidFill>
                  <a:srgbClr val="FFFFFF"/>
                </a:solidFill>
                <a:latin typeface="Inter"/>
              </a:defRPr>
              <a:lnSpc>
                <a:spcPct val="112000"/>
              </a:lnSpc>
              <a:spcAft>
                <a:spcPts val="1200"/>
              </a:spcAft>
              <a:buNone/>
            </a:pPr>
            <a:r>
              <a:t>Plan B Foundation</a:t>
            </a:r>
          </a:p>
        </p:txBody>
      </p:sp>
      <p:sp>
        <p:nvSpPr>
          <p:cNvPr id="4" name="Civic Digital Commons"/>
          <p:cNvSpPr txBox="1"/>
          <p:nvPr/>
        </p:nvSpPr>
        <p:spPr>
          <a:xfrm>
            <a:off x="8595360" y="6382512"/>
            <a:ext cx="2971800" cy="228600"/>
          </a:xfrm>
          <a:prstGeom prst="rect">
            <a:avLst/>
          </a:prstGeom>
          <a:noFill/>
        </p:spPr>
        <p:txBody>
          <a:bodyPr wrap="square" lIns="0" rIns="0" tIns="0" bIns="0">
            <a:spAutoFit/>
          </a:bodyPr>
          <a:lstStyle/>
          <a:p>
            <a:pPr algn="l" marL="0" indent="0">
              <a:defRPr sz="1100" b="0">
                <a:solidFill>
                  <a:srgbClr val="FFFFFF"/>
                </a:solidFill>
                <a:latin typeface="Inter"/>
              </a:defRPr>
              <a:lnSpc>
                <a:spcPct val="112000"/>
              </a:lnSpc>
              <a:spcAft>
                <a:spcPts val="1200"/>
              </a:spcAft>
              <a:buNone/>
            </a:pPr>
            <a:r>
              <a:t>Civic Digital Commons</a:t>
            </a:r>
          </a:p>
        </p:txBody>
      </p:sp>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it yours. Keep it Plan B.</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Delete this guidance slide before presenting.</a:t>
            </a:r>
          </a:p>
        </p:txBody>
      </p:sp>
      <p:sp>
        <p:nvSpPr>
          <p:cNvPr id="7" name="Placeholder 2"/>
          <p:cNvSpPr txBox="1"/>
          <p:nvPr>
            <p:ph type="body" idx="2"/>
          </p:nvPr>
        </p:nvSpPr>
        <p:spPr>
          <a:xfrm>
            <a:off x="640080" y="2514600"/>
            <a:ext cx="5120640" cy="265176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Use the layouts</a:t>
            </a:r>
          </a:p>
          <a:p>
            <a:pPr algn="l" marL="0" indent="0">
              <a:defRPr sz="2300" b="0">
                <a:solidFill>
                  <a:srgbClr val="FFFFFF"/>
                </a:solidFill>
                <a:latin typeface="Inter"/>
              </a:defRPr>
              <a:lnSpc>
                <a:spcPct val="112000"/>
              </a:lnSpc>
              <a:spcAft>
                <a:spcPts val="1200"/>
              </a:spcAft>
              <a:buNone/>
            </a:pPr>
            <a:r>
              <a:t>Install Inter, then choose Home → New Slide. Replace bracketed prompts. Duplicate the chart or table example to retain its styling.</a:t>
            </a:r>
          </a:p>
        </p:txBody>
      </p:sp>
      <p:sp>
        <p:nvSpPr>
          <p:cNvPr id="8" name="Placeholder 3"/>
          <p:cNvSpPr txBox="1"/>
          <p:nvPr>
            <p:ph type="body" idx="3"/>
          </p:nvPr>
        </p:nvSpPr>
        <p:spPr>
          <a:xfrm>
            <a:off x="6400800" y="2514600"/>
            <a:ext cx="5120640" cy="265176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Keep it clear</a:t>
            </a:r>
          </a:p>
          <a:p>
            <a:pPr algn="l" marL="0" indent="0">
              <a:defRPr sz="2300" b="0">
                <a:solidFill>
                  <a:srgbClr val="FFFFFF"/>
                </a:solidFill>
                <a:latin typeface="Inter"/>
              </a:defRPr>
              <a:lnSpc>
                <a:spcPct val="112000"/>
              </a:lnSpc>
              <a:spcAft>
                <a:spcPts val="1200"/>
              </a:spcAft>
              <a:buNone/>
            </a:pPr>
            <a:r>
              <a:t>One idea per slide. Keep the selected light or dark palette. Preserve the gradient band and keep text on solid grounds. Aim for 20pt or larger body text.</a:t>
            </a:r>
          </a:p>
        </p:txBody>
      </p:sp>
      <p:sp>
        <p:nvSpPr>
          <p:cNvPr id="9" name="Rectangle 8"/>
          <p:cNvSpPr/>
          <p:nvPr/>
        </p:nvSpPr>
        <p:spPr>
          <a:xfrm>
            <a:off x="640080" y="5486400"/>
            <a:ext cx="36576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19" y="5486400"/>
            <a:ext cx="365760" cy="228600"/>
          </a:xfrm>
          <a:prstGeom prst="rect">
            <a:avLst/>
          </a:prstGeom>
          <a:solidFill>
            <a:srgbClr val="E15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37360" y="5486400"/>
            <a:ext cx="365760" cy="228600"/>
          </a:xfrm>
          <a:prstGeom prst="rect">
            <a:avLst/>
          </a:prstGeom>
          <a:solidFill>
            <a:srgbClr val="F79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0" y="5486400"/>
            <a:ext cx="365760" cy="228600"/>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ll guidance: plan-b.foundation/brandin"/>
          <p:cNvSpPr txBox="1"/>
          <p:nvPr/>
        </p:nvSpPr>
        <p:spPr>
          <a:xfrm>
            <a:off x="3108960" y="5486400"/>
            <a:ext cx="8046720" cy="365760"/>
          </a:xfrm>
          <a:prstGeom prst="rect">
            <a:avLst/>
          </a:prstGeom>
          <a:noFill/>
        </p:spPr>
        <p:txBody>
          <a:bodyPr wrap="square" lIns="0" rIns="0" tIns="0" bIns="0">
            <a:spAutoFit/>
          </a:bodyPr>
          <a:lstStyle/>
          <a:p>
            <a:pPr algn="l" marL="0" indent="0">
              <a:defRPr sz="1500" b="0">
                <a:solidFill>
                  <a:srgbClr val="FFFFFF"/>
                </a:solidFill>
                <a:latin typeface="Inter"/>
              </a:defRPr>
              <a:lnSpc>
                <a:spcPct val="112000"/>
              </a:lnSpc>
              <a:spcAft>
                <a:spcPts val="1200"/>
              </a:spcAft>
              <a:buNone/>
            </a:pPr>
            <a:r>
              <a:t>Full guidance: plan-b.foundation/branding/</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cust" preserve="1" showMasterSp="1">
  <p:cSld name="Plan B / Dark / Blank">
    <p:bg>
      <p:bgPr>
        <a:solidFill>
          <a:srgbClr val="171717"/>
        </a:solidFill>
        <a:effectLst/>
      </p:bgPr>
    </p:bg>
    <p:spTree>
      <p:nvGrpSpPr>
        <p:cNvPr id="1" name=""/>
        <p:cNvGrpSpPr/>
        <p:nvPr/>
      </p:nvGrpSpPr>
      <p:grpSpPr>
        <a:xfrm>
          <a:off x="0" y="0"/>
          <a:ext cx="0" cy="0"/>
          <a:chOff x="0" y="0"/>
          <a:chExt cx="0" cy="0"/>
        </a:xfrm>
      </p:grpSpPr>
      <p:sp>
        <p:nvSpPr>
          <p:cNvPr id="2" name="Plan B / Network energy gradient"/>
          <p:cNvSpPr/>
          <p:nvPr/>
        </p:nvSpPr>
        <p:spPr>
          <a:xfrm>
            <a:off x="594360" y="6163056"/>
            <a:ext cx="10972800" cy="91440"/>
          </a:xfrm>
          <a:prstGeom prst="rect">
            <a:avLst/>
          </a:prstGeom>
          <a:gradFill rotWithShape="1">
            <a:gsLst>
              <a:gs pos="0">
                <a:srgbClr val="F7931A"/>
              </a:gs>
              <a:gs pos="34000">
                <a:srgbClr val="FF5DB1"/>
              </a:gs>
              <a:gs pos="68000">
                <a:srgbClr val="7468FF"/>
              </a:gs>
              <a:gs pos="100000">
                <a:srgbClr val="23F5F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planb-white.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1234440"/>
            <a:ext cx="6675120" cy="1965960"/>
          </a:xfrm>
          <a:prstGeom prst="rect">
            <a:avLst/>
          </a:prstGeom>
          <a:noFill/>
        </p:spPr>
        <p:txBody>
          <a:bodyPr wrap="square" lIns="0" rIns="0" tIns="0" bIns="0">
            <a:spAutoFit/>
          </a:bodyPr>
          <a:lstStyle/>
          <a:p>
            <a:pPr algn="l" marL="0" indent="0">
              <a:defRPr sz="4800" b="1">
                <a:solidFill>
                  <a:srgbClr val="FFFFFF"/>
                </a:solidFill>
                <a:latin typeface="Inter"/>
              </a:defRPr>
              <a:lnSpc>
                <a:spcPct val="112000"/>
              </a:lnSpc>
              <a:spcAft>
                <a:spcPts val="1200"/>
              </a:spcAft>
              <a:buNone/>
            </a:pPr>
            <a:r>
              <a:t>[Presentation</a:t>
            </a:r>
          </a:p>
          <a:p>
            <a:pPr algn="l" marL="0" indent="0">
              <a:defRPr sz="4800" b="1">
                <a:solidFill>
                  <a:srgbClr val="FFFFFF"/>
                </a:solidFill>
                <a:latin typeface="Inter"/>
              </a:defRPr>
              <a:lnSpc>
                <a:spcPct val="112000"/>
              </a:lnSpc>
              <a:spcAft>
                <a:spcPts val="1200"/>
              </a:spcAft>
              <a:buNone/>
            </a:pPr>
            <a:r>
              <a:t>title]</a:t>
            </a:r>
          </a:p>
        </p:txBody>
      </p:sp>
      <p:sp>
        <p:nvSpPr>
          <p:cNvPr id="6"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[A clear sentence about the civic purpose]</a:t>
            </a:r>
          </a:p>
        </p:txBody>
      </p:sp>
      <p:sp>
        <p:nvSpPr>
          <p:cNvPr id="7" name="Placeholder 2"/>
          <p:cNvSpPr txBox="1"/>
          <p:nvPr>
            <p:ph type="body" idx="2"/>
          </p:nvPr>
        </p:nvSpPr>
        <p:spPr>
          <a:xfrm>
            <a:off x="621792" y="5074920"/>
            <a:ext cx="5943600" cy="731520"/>
          </a:xfrm>
          <a:prstGeom prst="rect">
            <a:avLst/>
          </a:prstGeom>
          <a:noFill/>
        </p:spPr>
        <p:txBody>
          <a:bodyPr wrap="square" lIns="0" rIns="0" tIns="0" bIns="0">
            <a:spAutoFit/>
          </a:bodyPr>
          <a:lstStyle/>
          <a:p>
            <a:pPr algn="l" marL="0" indent="0">
              <a:defRPr sz="1700" b="0">
                <a:solidFill>
                  <a:srgbClr val="FFFFFF"/>
                </a:solidFill>
                <a:latin typeface="Inter"/>
              </a:defRPr>
              <a:lnSpc>
                <a:spcPct val="112000"/>
              </a:lnSpc>
              <a:spcAft>
                <a:spcPts val="1200"/>
              </a:spcAft>
              <a:buNone/>
            </a:pPr>
            <a:r>
              <a:t>[Presenter / team]</a:t>
            </a:r>
          </a:p>
          <a:p>
            <a:pPr algn="l" marL="0" indent="0">
              <a:defRPr sz="1700" b="0">
                <a:solidFill>
                  <a:srgbClr val="FFFFFF"/>
                </a:solidFill>
                <a:latin typeface="Inter"/>
              </a:defRPr>
              <a:lnSpc>
                <a:spcPct val="112000"/>
              </a:lnSpc>
              <a:spcAft>
                <a:spcPts val="1200"/>
              </a:spcAft>
              <a:buNone/>
            </a:pPr>
            <a:r>
              <a:t>[Event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1">
  <p:cSld>
    <p:bg>
      <p:bgPr>
        <a:solidFill>
          <a:srgbClr val="1A1717"/>
        </a:solidFill>
        <a:effectLst/>
      </p:bgPr>
    </p:bg>
    <p:spTree>
      <p:nvGrpSpPr>
        <p:cNvPr id="1" name=""/>
        <p:cNvGrpSpPr/>
        <p:nvPr/>
      </p:nvGrpSpPr>
      <p:grpSpPr/>
      <p:sp>
        <p:nvSpPr>
          <p:cNvPr id="5"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gn="l" marL="0" indent="0">
              <a:defRPr sz="4800" b="1">
                <a:solidFill>
                  <a:srgbClr val="FFFFFF"/>
                </a:solidFill>
                <a:latin typeface="Inter"/>
              </a:defRPr>
              <a:lnSpc>
                <a:spcPct val="112000"/>
              </a:lnSpc>
              <a:spcAft>
                <a:spcPts val="1200"/>
              </a:spcAft>
              <a:buNone/>
            </a:pPr>
            <a:r>
              <a:t>[Section title]</a:t>
            </a:r>
          </a:p>
        </p:txBody>
      </p:sp>
      <p:sp>
        <p:nvSpPr>
          <p:cNvPr id="6" name="Placeholder 1"/>
          <p:cNvSpPr txBox="1"/>
          <p:nvPr>
            <p:ph type="body" idx="1"/>
          </p:nvPr>
        </p:nvSpPr>
        <p:spPr>
          <a:xfrm>
            <a:off x="777240" y="3794760"/>
            <a:ext cx="9875520" cy="822960"/>
          </a:xfrm>
          <a:prstGeom prst="rect">
            <a:avLst/>
          </a:prstGeom>
          <a:noFill/>
        </p:spPr>
        <p:txBody>
          <a:bodyPr wrap="square" lIns="0" rIns="0" tIns="0" bIns="0">
            <a:spAutoFit/>
          </a:bodyPr>
          <a:lstStyle/>
          <a:p>
            <a:pPr algn="l" marL="0" indent="0">
              <a:defRPr sz="2500" b="0">
                <a:solidFill>
                  <a:srgbClr val="FFFFFF"/>
                </a:solidFill>
                <a:latin typeface="Inter"/>
              </a:defRPr>
              <a:lnSpc>
                <a:spcPct val="112000"/>
              </a:lnSpc>
              <a:spcAft>
                <a:spcPts val="1200"/>
              </a:spcAft>
              <a:buNone/>
            </a:pPr>
            <a:r>
              <a:t>[One sentence that sets the direction]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[Lead with the point]</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[Explain why this matters to the audience]</a:t>
            </a:r>
          </a:p>
        </p:txBody>
      </p:sp>
      <p:sp>
        <p:nvSpPr>
          <p:cNvPr id="7" name="Placeholder 2"/>
          <p:cNvSpPr txBox="1"/>
          <p:nvPr>
            <p:ph type="body" idx="2"/>
          </p:nvPr>
        </p:nvSpPr>
        <p:spPr>
          <a:xfrm>
            <a:off x="777240" y="2606040"/>
            <a:ext cx="10332720" cy="2651760"/>
          </a:xfrm>
          <a:prstGeom prst="rect">
            <a:avLst/>
          </a:prstGeom>
          <a:noFill/>
        </p:spPr>
        <p:txBody>
          <a:bodyPr wrap="square" lIns="0" rIns="0" tIns="0" bIns="0">
            <a:spAutoFit/>
          </a:bodyPr>
          <a:lstStyle/>
          <a:p>
            <a:pPr algn="l" marL="0" indent="0">
              <a:defRPr sz="2700" b="0">
                <a:solidFill>
                  <a:srgbClr val="FFFFFF"/>
                </a:solidFill>
                <a:latin typeface="Inter"/>
              </a:defRPr>
              <a:lnSpc>
                <a:spcPct val="112000"/>
              </a:lnSpc>
              <a:spcAft>
                <a:spcPts val="1200"/>
              </a:spcAft>
              <a:buNone/>
            </a:pPr>
            <a:r>
              <a:t>[First idea — one concise sentence]</a:t>
            </a:r>
          </a:p>
          <a:p>
            <a:pPr algn="l" marL="0" indent="0">
              <a:defRPr sz="2700" b="0">
                <a:solidFill>
                  <a:srgbClr val="FFFFFF"/>
                </a:solidFill>
                <a:latin typeface="Inter"/>
              </a:defRPr>
              <a:lnSpc>
                <a:spcPct val="112000"/>
              </a:lnSpc>
              <a:spcAft>
                <a:spcPts val="1200"/>
              </a:spcAft>
              <a:buNone/>
            </a:pPr>
            <a:r>
              <a:t>[Second idea — one concise sentence]</a:t>
            </a:r>
          </a:p>
          <a:p>
            <a:pPr algn="l" marL="0" indent="0">
              <a:defRPr sz="2700" b="0">
                <a:solidFill>
                  <a:srgbClr val="FFFFFF"/>
                </a:solidFill>
                <a:latin typeface="Inter"/>
              </a:defRPr>
              <a:lnSpc>
                <a:spcPct val="112000"/>
              </a:lnSpc>
              <a:spcAft>
                <a:spcPts val="1200"/>
              </a:spcAft>
              <a:buNone/>
            </a:pPr>
            <a:r>
              <a:t>[Third idea — one concise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[Compare two ideas]</a:t>
            </a:r>
          </a:p>
        </p:txBody>
      </p:sp>
      <p:sp>
        <p:nvSpPr>
          <p:cNvPr id="6" name="Placeholder 1"/>
          <p:cNvSpPr txBox="1"/>
          <p:nvPr>
            <p:ph type="body" idx="1"/>
          </p:nvPr>
        </p:nvSpPr>
        <p:spPr>
          <a:xfrm>
            <a:off x="640080" y="1874519"/>
            <a:ext cx="5074920" cy="54864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[First perspective]</a:t>
            </a:r>
          </a:p>
        </p:txBody>
      </p:sp>
      <p:sp>
        <p:nvSpPr>
          <p:cNvPr id="7" name="Placeholder 2"/>
          <p:cNvSpPr txBox="1"/>
          <p:nvPr>
            <p:ph type="body" idx="2"/>
          </p:nvPr>
        </p:nvSpPr>
        <p:spPr>
          <a:xfrm>
            <a:off x="640080" y="2697480"/>
            <a:ext cx="4983480" cy="256032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[Explain the idea in 40 words or fewer. Keep sentences concrete and easy to read.]</a:t>
            </a:r>
          </a:p>
        </p:txBody>
      </p:sp>
      <p:sp>
        <p:nvSpPr>
          <p:cNvPr id="8" name="Placeholder 3"/>
          <p:cNvSpPr txBox="1"/>
          <p:nvPr>
            <p:ph type="body" idx="3"/>
          </p:nvPr>
        </p:nvSpPr>
        <p:spPr>
          <a:xfrm>
            <a:off x="6446520" y="1874519"/>
            <a:ext cx="5074920" cy="54864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[Second perspective]</a:t>
            </a:r>
          </a:p>
        </p:txBody>
      </p:sp>
      <p:sp>
        <p:nvSpPr>
          <p:cNvPr id="9" name="Placeholder 4"/>
          <p:cNvSpPr txBox="1"/>
          <p:nvPr>
            <p:ph type="body" idx="4"/>
          </p:nvPr>
        </p:nvSpPr>
        <p:spPr>
          <a:xfrm>
            <a:off x="6446520" y="2697480"/>
            <a:ext cx="4983480" cy="2560320"/>
          </a:xfrm>
          <a:prstGeom prst="rect">
            <a:avLst/>
          </a:prstGeom>
          <a:noFill/>
        </p:spPr>
        <p:txBody>
          <a:bodyPr wrap="square" lIns="0" rIns="0" tIns="0" bIns="0">
            <a:spAutoFit/>
          </a:bodyPr>
          <a:lstStyle/>
          <a:p>
            <a:pPr algn="l" marL="0" indent="0">
              <a:defRPr sz="2400" b="0">
                <a:solidFill>
                  <a:srgbClr val="FFFFFF"/>
                </a:solidFill>
                <a:latin typeface="Inter"/>
              </a:defRPr>
              <a:lnSpc>
                <a:spcPct val="112000"/>
              </a:lnSpc>
              <a:spcAft>
                <a:spcPts val="1200"/>
              </a:spcAft>
              <a:buNone/>
            </a:pPr>
            <a:r>
              <a:t>[Explain the difference or consequence. Use the same level of detail as the first column.]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the place visible]</a:t>
            </a:r>
          </a:p>
        </p:txBody>
      </p:sp>
      <p:sp>
        <p:nvSpPr>
          <p:cNvPr id="8" name="Placeholder 1"/>
          <p:cNvSpPr txBox="1"/>
          <p:nvPr>
            <p:ph type="pic" idx="1"/>
          </p:nvPr>
        </p:nvSpPr>
        <p:spPr>
          <a:xfrm>
            <a:off x="594360" y="1828800"/>
            <a:ext cx="6720840" cy="3886200"/>
          </a:xfrm>
          <a:prstGeom prst="rect">
            <a:avLst/>
          </a:prstGeom>
          <a:noFill/>
        </p:spPr>
        <p:txBody>
          <a:bodyPr wrap="square" lIns="0" rIns="0" tIns="0" bIns="0">
            <a:spAutoFit/>
          </a:bodyPr>
          <a:lstStyle/>
          <a:p>
            <a:pPr algn="l" marL="0" indent="0">
              <a:defRPr sz="2600" b="1">
                <a:solidFill>
                  <a:srgbClr val="FFFFFF"/>
                </a:solidFill>
                <a:latin typeface="Inter"/>
              </a:defRPr>
              <a:lnSpc>
                <a:spcPct val="112000"/>
              </a:lnSpc>
              <a:spcAft>
                <a:spcPts val="1200"/>
              </a:spcAft>
              <a:buNone/>
            </a:pPr>
            <a:r>
              <a:t>[Insert a documentary photograph]</a:t>
            </a:r>
          </a:p>
        </p:txBody>
      </p:sp>
      <p:sp>
        <p:nvSpPr>
          <p:cNvPr id="9" name="Placeholder 2"/>
          <p:cNvSpPr txBox="1"/>
          <p:nvPr>
            <p:ph type="body" idx="2"/>
          </p:nvPr>
        </p:nvSpPr>
        <p:spPr>
          <a:xfrm>
            <a:off x="7772400" y="2011680"/>
            <a:ext cx="3749039" cy="1005840"/>
          </a:xfrm>
          <a:prstGeom prst="rect">
            <a:avLst/>
          </a:prstGeom>
          <a:noFill/>
        </p:spPr>
        <p:txBody>
          <a:bodyPr wrap="square" lIns="0" rIns="0" tIns="0" bIns="0">
            <a:spAutoFit/>
          </a:bodyPr>
          <a:lstStyle/>
          <a:p>
            <a:pPr algn="l" marL="0" indent="0">
              <a:defRPr sz="2700" b="1">
                <a:solidFill>
                  <a:srgbClr val="FFFFFF"/>
                </a:solidFill>
                <a:latin typeface="Inter"/>
              </a:defRPr>
              <a:lnSpc>
                <a:spcPct val="112000"/>
              </a:lnSpc>
              <a:spcAft>
                <a:spcPts val="1200"/>
              </a:spcAft>
              <a:buNone/>
            </a:pPr>
            <a:r>
              <a:t>[What should we notice?]</a:t>
            </a:r>
          </a:p>
        </p:txBody>
      </p:sp>
      <p:sp>
        <p:nvSpPr>
          <p:cNvPr id="10" name="Placeholder 3"/>
          <p:cNvSpPr txBox="1"/>
          <p:nvPr>
            <p:ph type="body" idx="3"/>
          </p:nvPr>
        </p:nvSpPr>
        <p:spPr>
          <a:xfrm>
            <a:off x="7772400" y="3246120"/>
            <a:ext cx="3749039" cy="237744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[Connect the image to the public purpose. Use real Lugano, civic spaces, workshops or people making and learning.]</a:t>
            </a:r>
          </a:p>
        </p:txBody>
      </p:sp>
      <p:sp>
        <p:nvSpPr>
          <p:cNvPr id="11" name="Placeholder 4"/>
          <p:cNvSpPr txBox="1"/>
          <p:nvPr>
            <p:ph type="body" idx="4"/>
          </p:nvPr>
        </p:nvSpPr>
        <p:spPr>
          <a:xfrm>
            <a:off x="640080" y="5852160"/>
            <a:ext cx="10515600" cy="320040"/>
          </a:xfrm>
          <a:prstGeom prst="rect">
            <a:avLst/>
          </a:prstGeom>
          <a:noFill/>
        </p:spPr>
        <p:txBody>
          <a:bodyPr wrap="square" lIns="0" rIns="0" tIns="0" bIns="0">
            <a:spAutoFit/>
          </a:bodyPr>
          <a:lstStyle/>
          <a:p>
            <a:pPr algn="l" marL="0" indent="0">
              <a:defRPr sz="1200" b="0">
                <a:solidFill>
                  <a:srgbClr val="FFFFFF"/>
                </a:solidFill>
                <a:latin typeface="Inter"/>
              </a:defRPr>
              <a:lnSpc>
                <a:spcPct val="112000"/>
              </a:lnSpc>
              <a:spcAft>
                <a:spcPts val="1200"/>
              </a:spcAft>
              <a:buNone/>
            </a:pPr>
            <a:r>
              <a:t>[Photo credit / source / permission]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[Say what the data shows]</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[Unit, population and time period]</a:t>
            </a:r>
          </a:p>
        </p:txBody>
      </p:sp>
      <p:sp>
        <p:nvSpPr>
          <p:cNvPr id="8" name="Placeholder 3"/>
          <p:cNvSpPr txBox="1"/>
          <p:nvPr>
            <p:ph type="body" idx="3"/>
          </p:nvPr>
        </p:nvSpPr>
        <p:spPr>
          <a:xfrm>
            <a:off x="8229600" y="2423160"/>
            <a:ext cx="3291840" cy="777240"/>
          </a:xfrm>
          <a:prstGeom prst="rect">
            <a:avLst/>
          </a:prstGeom>
          <a:noFill/>
        </p:spPr>
        <p:txBody>
          <a:bodyPr wrap="square" lIns="0" rIns="0" tIns="0" bIns="0">
            <a:spAutoFit/>
          </a:bodyPr>
          <a:lstStyle/>
          <a:p>
            <a:pPr algn="l" marL="0" indent="0">
              <a:defRPr sz="2700" b="1">
                <a:solidFill>
                  <a:srgbClr val="FFFFFF"/>
                </a:solidFill>
                <a:latin typeface="Inter"/>
              </a:defRPr>
              <a:lnSpc>
                <a:spcPct val="112000"/>
              </a:lnSpc>
              <a:spcAft>
                <a:spcPts val="1200"/>
              </a:spcAft>
              <a:buNone/>
            </a:pPr>
            <a:r>
              <a:t>[The takeaway]</a:t>
            </a:r>
          </a:p>
        </p:txBody>
      </p:sp>
      <p:sp>
        <p:nvSpPr>
          <p:cNvPr id="9" name="Placeholder 4"/>
          <p:cNvSpPr txBox="1"/>
          <p:nvPr>
            <p:ph type="body" idx="4"/>
          </p:nvPr>
        </p:nvSpPr>
        <p:spPr>
          <a:xfrm>
            <a:off x="8229600" y="3429000"/>
            <a:ext cx="3291840" cy="1920240"/>
          </a:xfrm>
          <a:prstGeom prst="rect">
            <a:avLst/>
          </a:prstGeom>
          <a:noFill/>
        </p:spPr>
        <p:txBody>
          <a:bodyPr wrap="square" lIns="0" rIns="0" tIns="0" bIns="0">
            <a:spAutoFit/>
          </a:bodyPr>
          <a:lstStyle/>
          <a:p>
            <a:pPr algn="l" marL="0" indent="0">
              <a:defRPr sz="2200" b="0">
                <a:solidFill>
                  <a:srgbClr val="FFFFFF"/>
                </a:solidFill>
                <a:latin typeface="Inter"/>
              </a:defRPr>
              <a:lnSpc>
                <a:spcPct val="112000"/>
              </a:lnSpc>
              <a:spcAft>
                <a:spcPts val="1200"/>
              </a:spcAft>
              <a:buNone/>
            </a:pPr>
            <a:r>
              <a:t>[Explain the implication and the limits of the evidence.]</a:t>
            </a:r>
          </a:p>
        </p:txBody>
      </p:sp>
      <p:sp>
        <p:nvSpPr>
          <p:cNvPr id="10" name="Placeholder 5"/>
          <p:cNvSpPr txBox="1"/>
          <p:nvPr>
            <p:ph type="body" idx="5"/>
          </p:nvPr>
        </p:nvSpPr>
        <p:spPr>
          <a:xfrm>
            <a:off x="640080" y="5897880"/>
            <a:ext cx="10881360" cy="320040"/>
          </a:xfrm>
          <a:prstGeom prst="rect">
            <a:avLst/>
          </a:prstGeom>
          <a:noFill/>
        </p:spPr>
        <p:txBody>
          <a:bodyPr wrap="square" lIns="0" rIns="0" tIns="0" bIns="0">
            <a:spAutoFit/>
          </a:bodyPr>
          <a:lstStyle/>
          <a:p>
            <a:pPr algn="l" marL="0" indent="0">
              <a:defRPr sz="1200" b="0">
                <a:solidFill>
                  <a:srgbClr val="FFFFFF"/>
                </a:solidFill>
                <a:latin typeface="Inter"/>
              </a:defRPr>
              <a:lnSpc>
                <a:spcPct val="112000"/>
              </a:lnSpc>
              <a:spcAft>
                <a:spcPts val="1200"/>
              </a:spcAft>
              <a:buNone/>
            </a:pPr>
            <a:r>
              <a:t>ILLUSTRATIVE DATA ONLY · Replace values and add a source before presenting.</a:t>
            </a:r>
          </a:p>
        </p:txBody>
      </p:sp>
      <p:graphicFrame>
        <p:nvGraphicFramePr>
          <p:cNvPr id="11" name="Chart 10"/>
          <p:cNvGraphicFramePr>
            <a:graphicFrameLocks noGrp="1"/>
          </p:cNvGraphicFramePr>
          <p:nvPr/>
        </p:nvGraphicFramePr>
        <p:xfrm>
          <a:off x="685800" y="2423160"/>
          <a:ext cx="7132320" cy="324612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a decision easier]</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[Explain what the comparison includes]</a:t>
            </a:r>
          </a:p>
        </p:txBody>
      </p:sp>
      <p:sp>
        <p:nvSpPr>
          <p:cNvPr id="8" name="Placeholder 3"/>
          <p:cNvSpPr txBox="1"/>
          <p:nvPr>
            <p:ph type="body" idx="3"/>
          </p:nvPr>
        </p:nvSpPr>
        <p:spPr>
          <a:xfrm>
            <a:off x="640080" y="5806440"/>
            <a:ext cx="10881360" cy="365760"/>
          </a:xfrm>
          <a:prstGeom prst="rect">
            <a:avLst/>
          </a:prstGeom>
          <a:noFill/>
        </p:spPr>
        <p:txBody>
          <a:bodyPr wrap="square" lIns="0" rIns="0" tIns="0" bIns="0">
            <a:spAutoFit/>
          </a:bodyPr>
          <a:lstStyle/>
          <a:p>
            <a:pPr algn="l" marL="0" indent="0">
              <a:defRPr sz="1300" b="0">
                <a:solidFill>
                  <a:srgbClr val="FFFFFF"/>
                </a:solidFill>
                <a:latin typeface="Inter"/>
              </a:defRPr>
              <a:lnSpc>
                <a:spcPct val="112000"/>
              </a:lnSpc>
              <a:spcAft>
                <a:spcPts val="1200"/>
              </a:spcAft>
              <a:buNone/>
            </a:pPr>
            <a:r>
              <a:t>[Source / definitions / caveat]</a:t>
            </a:r>
          </a:p>
        </p:txBody>
      </p:sp>
      <p:graphicFrame>
        <p:nvGraphicFramePr>
          <p:cNvPr id="9" name="Table 8"/>
          <p:cNvGraphicFramePr>
            <a:graphicFrameLocks noGrp="1"/>
          </p:cNvGraphicFramePr>
          <p:nvPr/>
        </p:nvGraphicFramePr>
        <p:xfrm>
          <a:off x="640080" y="2331720"/>
          <a:ext cx="10927080" cy="3108960"/>
        </p:xfrm>
        <a:graphic>
          <a:graphicData uri="http://schemas.openxmlformats.org/drawingml/2006/table">
            <a:tbl>
              <a:tblPr firstRow="1" bandRow="1">
                <a:tableStyleId>{5C22544A-7EE6-4342-B048-85BDC9FD1C3A}</a:tableStyleId>
              </a:tblPr>
              <a:tblGrid>
                <a:gridCol w="3642360"/>
                <a:gridCol w="3642360"/>
                <a:gridCol w="3642360"/>
              </a:tblGrid>
              <a:tr h="777240">
                <a:tc>
                  <a:txBody>
                    <a:bodyPr/>
                    <a:lstStyle/>
                    <a:p>
                      <a:pPr>
                        <a:defRPr sz="2000" b="1">
                          <a:solidFill>
                            <a:srgbClr val="FFFFFF"/>
                          </a:solidFill>
                          <a:latin typeface="Inter"/>
                        </a:defRPr>
                      </a:pPr>
                      <a:r>
                        <a:t>[Option]</a:t>
                      </a:r>
                    </a:p>
                  </a:txBody>
                  <a:tcPr marL="164592" marT="128016">
                    <a:solidFill>
                      <a:srgbClr val="211D1D"/>
                    </a:solidFill>
                  </a:tcPr>
                </a:tc>
                <a:tc>
                  <a:txBody>
                    <a:bodyPr/>
                    <a:lstStyle/>
                    <a:p>
                      <a:pPr>
                        <a:defRPr sz="2000" b="1">
                          <a:solidFill>
                            <a:srgbClr val="FFFFFF"/>
                          </a:solidFill>
                          <a:latin typeface="Inter"/>
                        </a:defRPr>
                      </a:pPr>
                      <a:r>
                        <a:t>[Public benefit]</a:t>
                      </a:r>
                    </a:p>
                  </a:txBody>
                  <a:tcPr marL="164592" marT="128016">
                    <a:solidFill>
                      <a:srgbClr val="211D1D"/>
                    </a:solidFill>
                  </a:tcPr>
                </a:tc>
                <a:tc>
                  <a:txBody>
                    <a:bodyPr/>
                    <a:lstStyle/>
                    <a:p>
                      <a:pPr>
                        <a:defRPr sz="2000" b="1">
                          <a:solidFill>
                            <a:srgbClr val="FFFFFF"/>
                          </a:solidFill>
                          <a:latin typeface="Inter"/>
                        </a:defRPr>
                      </a:pPr>
                      <a:r>
                        <a:t>[Consideration]</a:t>
                      </a:r>
                    </a:p>
                  </a:txBody>
                  <a:tcPr marL="164592" marT="128016">
                    <a:solidFill>
                      <a:srgbClr val="211D1D"/>
                    </a:solidFill>
                  </a:tcPr>
                </a:tc>
              </a:tr>
              <a:tr h="777240">
                <a:tc>
                  <a:txBody>
                    <a:bodyPr/>
                    <a:lstStyle/>
                    <a:p>
                      <a:pPr>
                        <a:defRPr sz="2000" b="0">
                          <a:solidFill>
                            <a:srgbClr val="FFFFFF"/>
                          </a:solidFill>
                          <a:latin typeface="Inter"/>
                        </a:defRPr>
                      </a:pPr>
                      <a:r>
                        <a:t>[Option A]</a:t>
                      </a:r>
                    </a:p>
                  </a:txBody>
                  <a:tcPr marL="164592" marT="128016">
                    <a:solidFill>
                      <a:srgbClr val="1A1717"/>
                    </a:solidFill>
                  </a:tcPr>
                </a:tc>
                <a:tc>
                  <a:txBody>
                    <a:bodyPr/>
                    <a:lstStyle/>
                    <a:p>
                      <a:pPr>
                        <a:defRPr sz="2000" b="0">
                          <a:solidFill>
                            <a:srgbClr val="FFFFFF"/>
                          </a:solidFill>
                          <a:latin typeface="Inter"/>
                        </a:defRPr>
                      </a:pPr>
                      <a:r>
                        <a:t>[Benefit]</a:t>
                      </a:r>
                    </a:p>
                  </a:txBody>
                  <a:tcPr marL="164592" marT="128016">
                    <a:solidFill>
                      <a:srgbClr val="1A1717"/>
                    </a:solidFill>
                  </a:tcPr>
                </a:tc>
                <a:tc>
                  <a:txBody>
                    <a:bodyPr/>
                    <a:lstStyle/>
                    <a:p>
                      <a:pPr>
                        <a:defRPr sz="2000" b="0">
                          <a:solidFill>
                            <a:srgbClr val="FFFFFF"/>
                          </a:solidFill>
                          <a:latin typeface="Inter"/>
                        </a:defRPr>
                      </a:pPr>
                      <a:r>
                        <a:t>[Constraint]</a:t>
                      </a:r>
                    </a:p>
                  </a:txBody>
                  <a:tcPr marL="164592" marT="128016">
                    <a:solidFill>
                      <a:srgbClr val="1A1717"/>
                    </a:solidFill>
                  </a:tcPr>
                </a:tc>
              </a:tr>
              <a:tr h="777240">
                <a:tc>
                  <a:txBody>
                    <a:bodyPr/>
                    <a:lstStyle/>
                    <a:p>
                      <a:pPr>
                        <a:defRPr sz="2000" b="0">
                          <a:solidFill>
                            <a:srgbClr val="FFFFFF"/>
                          </a:solidFill>
                          <a:latin typeface="Inter"/>
                        </a:defRPr>
                      </a:pPr>
                      <a:r>
                        <a:t>[Option B]</a:t>
                      </a:r>
                    </a:p>
                  </a:txBody>
                  <a:tcPr marL="164592" marT="128016">
                    <a:solidFill>
                      <a:srgbClr val="171717"/>
                    </a:solidFill>
                  </a:tcPr>
                </a:tc>
                <a:tc>
                  <a:txBody>
                    <a:bodyPr/>
                    <a:lstStyle/>
                    <a:p>
                      <a:pPr>
                        <a:defRPr sz="2000" b="0">
                          <a:solidFill>
                            <a:srgbClr val="FFFFFF"/>
                          </a:solidFill>
                          <a:latin typeface="Inter"/>
                        </a:defRPr>
                      </a:pPr>
                      <a:r>
                        <a:t>[Benefit]</a:t>
                      </a:r>
                    </a:p>
                  </a:txBody>
                  <a:tcPr marL="164592" marT="128016">
                    <a:solidFill>
                      <a:srgbClr val="171717"/>
                    </a:solidFill>
                  </a:tcPr>
                </a:tc>
                <a:tc>
                  <a:txBody>
                    <a:bodyPr/>
                    <a:lstStyle/>
                    <a:p>
                      <a:pPr>
                        <a:defRPr sz="2000" b="0">
                          <a:solidFill>
                            <a:srgbClr val="FFFFFF"/>
                          </a:solidFill>
                          <a:latin typeface="Inter"/>
                        </a:defRPr>
                      </a:pPr>
                      <a:r>
                        <a:t>[Constraint]</a:t>
                      </a:r>
                    </a:p>
                  </a:txBody>
                  <a:tcPr marL="164592" marT="128016">
                    <a:solidFill>
                      <a:srgbClr val="171717"/>
                    </a:solidFill>
                  </a:tcPr>
                </a:tc>
              </a:tr>
              <a:tr h="777240">
                <a:tc>
                  <a:txBody>
                    <a:bodyPr/>
                    <a:lstStyle/>
                    <a:p>
                      <a:pPr>
                        <a:defRPr sz="2000" b="0">
                          <a:solidFill>
                            <a:srgbClr val="FFFFFF"/>
                          </a:solidFill>
                          <a:latin typeface="Inter"/>
                        </a:defRPr>
                      </a:pPr>
                      <a:r>
                        <a:t>[Option C]</a:t>
                      </a:r>
                    </a:p>
                  </a:txBody>
                  <a:tcPr marL="164592" marT="128016">
                    <a:solidFill>
                      <a:srgbClr val="1A1717"/>
                    </a:solidFill>
                  </a:tcPr>
                </a:tc>
                <a:tc>
                  <a:txBody>
                    <a:bodyPr/>
                    <a:lstStyle/>
                    <a:p>
                      <a:pPr>
                        <a:defRPr sz="2000" b="0">
                          <a:solidFill>
                            <a:srgbClr val="FFFFFF"/>
                          </a:solidFill>
                          <a:latin typeface="Inter"/>
                        </a:defRPr>
                      </a:pPr>
                      <a:r>
                        <a:t>[Benefit]</a:t>
                      </a:r>
                    </a:p>
                  </a:txBody>
                  <a:tcPr marL="164592" marT="128016">
                    <a:solidFill>
                      <a:srgbClr val="1A1717"/>
                    </a:solidFill>
                  </a:tcPr>
                </a:tc>
                <a:tc>
                  <a:txBody>
                    <a:bodyPr/>
                    <a:lstStyle/>
                    <a:p>
                      <a:pPr>
                        <a:defRPr sz="2000" b="0">
                          <a:solidFill>
                            <a:srgbClr val="FFFFFF"/>
                          </a:solidFill>
                          <a:latin typeface="Inter"/>
                        </a:defRPr>
                      </a:pPr>
                      <a:r>
                        <a:t>[Constraint]</a:t>
                      </a:r>
                    </a:p>
                  </a:txBody>
                  <a:tcPr marL="164592" marT="128016">
                    <a:solidFill>
                      <a:srgbClr val="1A171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gn="l" marL="0" indent="0">
              <a:defRPr sz="4200" b="1">
                <a:solidFill>
                  <a:srgbClr val="FFFFFF"/>
                </a:solidFill>
                <a:latin typeface="Inter"/>
              </a:defRPr>
              <a:lnSpc>
                <a:spcPct val="112000"/>
              </a:lnSpc>
              <a:spcAft>
                <a:spcPts val="1200"/>
              </a:spcAft>
              <a:buNone/>
            </a:pPr>
            <a:r>
              <a:t>[A short quotation,</a:t>
            </a:r>
          </a:p>
          <a:p>
            <a:pPr algn="l" marL="0" indent="0">
              <a:defRPr sz="4200" b="1">
                <a:solidFill>
                  <a:srgbClr val="FFFFFF"/>
                </a:solidFill>
                <a:latin typeface="Inter"/>
              </a:defRPr>
              <a:lnSpc>
                <a:spcPct val="112000"/>
              </a:lnSpc>
              <a:spcAft>
                <a:spcPts val="1200"/>
              </a:spcAft>
              <a:buNone/>
            </a:pPr>
            <a:r>
              <a:t>accurately attributed.]</a:t>
            </a:r>
          </a:p>
        </p:txBody>
      </p:sp>
      <p:sp>
        <p:nvSpPr>
          <p:cNvPr id="6" name="Placeholder 1"/>
          <p:cNvSpPr txBox="1"/>
          <p:nvPr>
            <p:ph type="body" idx="1"/>
          </p:nvPr>
        </p:nvSpPr>
        <p:spPr>
          <a:xfrm>
            <a:off x="822960" y="4572000"/>
            <a:ext cx="9784080" cy="1005840"/>
          </a:xfrm>
          <a:prstGeom prst="rect">
            <a:avLst/>
          </a:prstGeom>
          <a:noFill/>
        </p:spPr>
        <p:txBody>
          <a:bodyPr wrap="square" lIns="0" rIns="0" tIns="0" bIns="0">
            <a:spAutoFit/>
          </a:bodyPr>
          <a:lstStyle/>
          <a:p>
            <a:pPr algn="l" marL="0" indent="0">
              <a:defRPr sz="2000" b="0">
                <a:solidFill>
                  <a:srgbClr val="FFFFFF"/>
                </a:solidFill>
                <a:latin typeface="Inter"/>
              </a:defRPr>
              <a:lnSpc>
                <a:spcPct val="112000"/>
              </a:lnSpc>
              <a:spcAft>
                <a:spcPts val="1200"/>
              </a:spcAft>
              <a:buNone/>
            </a:pPr>
            <a:r>
              <a:t>[Speaker / role]</a:t>
            </a:r>
          </a:p>
          <a:p>
            <a:pPr algn="l" marL="0" indent="0">
              <a:defRPr sz="2000" b="0">
                <a:solidFill>
                  <a:srgbClr val="FFFFFF"/>
                </a:solidFill>
                <a:latin typeface="Inter"/>
              </a:defRPr>
              <a:lnSpc>
                <a:spcPct val="112000"/>
              </a:lnSpc>
              <a:spcAft>
                <a:spcPts val="1200"/>
              </a:spcAft>
              <a:buNone/>
            </a:pPr>
            <a:r>
              <a:t>[Source ·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[What happens next?]</a:t>
            </a:r>
          </a:p>
        </p:txBody>
      </p:sp>
      <p:sp>
        <p:nvSpPr>
          <p:cNvPr id="6" name="Placeholder 1"/>
          <p:cNvSpPr txBox="1"/>
          <p:nvPr>
            <p:ph type="body" idx="1"/>
          </p:nvPr>
        </p:nvSpPr>
        <p:spPr>
          <a:xfrm>
            <a:off x="64008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[Learn]</a:t>
            </a:r>
          </a:p>
        </p:txBody>
      </p:sp>
      <p:sp>
        <p:nvSpPr>
          <p:cNvPr id="7" name="Placeholder 2"/>
          <p:cNvSpPr txBox="1"/>
          <p:nvPr>
            <p:ph type="body" idx="2"/>
          </p:nvPr>
        </p:nvSpPr>
        <p:spPr>
          <a:xfrm>
            <a:off x="64008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8" name="Placeholder 3"/>
          <p:cNvSpPr txBox="1"/>
          <p:nvPr>
            <p:ph type="body" idx="3"/>
          </p:nvPr>
        </p:nvSpPr>
        <p:spPr>
          <a:xfrm>
            <a:off x="443484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[Test]</a:t>
            </a:r>
          </a:p>
        </p:txBody>
      </p:sp>
      <p:sp>
        <p:nvSpPr>
          <p:cNvPr id="9" name="Placeholder 4"/>
          <p:cNvSpPr txBox="1"/>
          <p:nvPr>
            <p:ph type="body" idx="4"/>
          </p:nvPr>
        </p:nvSpPr>
        <p:spPr>
          <a:xfrm>
            <a:off x="443484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10" name="Placeholder 5"/>
          <p:cNvSpPr txBox="1"/>
          <p:nvPr>
            <p:ph type="body" idx="5"/>
          </p:nvPr>
        </p:nvSpPr>
        <p:spPr>
          <a:xfrm>
            <a:off x="8229600" y="2057400"/>
            <a:ext cx="3383280" cy="685800"/>
          </a:xfrm>
          <a:prstGeom prst="rect">
            <a:avLst/>
          </a:prstGeom>
          <a:noFill/>
        </p:spPr>
        <p:txBody>
          <a:bodyPr wrap="square" lIns="0" rIns="0" tIns="0" bIns="0">
            <a:spAutoFit/>
          </a:bodyPr>
          <a:lstStyle/>
          <a:p>
            <a:pPr algn="l" marL="0" indent="0">
              <a:defRPr sz="2800" b="1">
                <a:solidFill>
                  <a:srgbClr val="FFFFFF"/>
                </a:solidFill>
                <a:latin typeface="Inter"/>
              </a:defRPr>
              <a:lnSpc>
                <a:spcPct val="112000"/>
              </a:lnSpc>
              <a:spcAft>
                <a:spcPts val="1200"/>
              </a:spcAft>
              <a:buNone/>
            </a:pPr>
            <a:r>
              <a:t>[Contribute]</a:t>
            </a:r>
          </a:p>
        </p:txBody>
      </p:sp>
      <p:sp>
        <p:nvSpPr>
          <p:cNvPr id="11" name="Placeholder 6"/>
          <p:cNvSpPr txBox="1"/>
          <p:nvPr>
            <p:ph type="body" idx="6"/>
          </p:nvPr>
        </p:nvSpPr>
        <p:spPr>
          <a:xfrm>
            <a:off x="8229600" y="3108960"/>
            <a:ext cx="3337560" cy="192024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[Concrete next action]</a:t>
            </a:r>
          </a:p>
          <a:p>
            <a:pPr algn="l" marL="0" indent="0">
              <a:defRPr sz="2300" b="0">
                <a:solidFill>
                  <a:srgbClr val="FFFFFF"/>
                </a:solidFill>
                <a:latin typeface="Inter"/>
              </a:defRPr>
              <a:lnSpc>
                <a:spcPct val="112000"/>
              </a:lnSpc>
              <a:spcAft>
                <a:spcPts val="1200"/>
              </a:spcAft>
              <a:buNone/>
            </a:pPr>
            <a:r>
              <a:t>[Owner · timing]</a:t>
            </a:r>
          </a:p>
        </p:txBody>
      </p:sp>
      <p:sp>
        <p:nvSpPr>
          <p:cNvPr id="12" name="Placeholder 7"/>
          <p:cNvSpPr txBox="1"/>
          <p:nvPr>
            <p:ph type="body" idx="7"/>
          </p:nvPr>
        </p:nvSpPr>
        <p:spPr>
          <a:xfrm>
            <a:off x="640080" y="5577840"/>
            <a:ext cx="10789920" cy="41148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[Contact / project URL]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1">
  <p:cSld>
    <p:bg>
      <p:bgPr>
        <a:solidFill>
          <a:srgbClr val="171717"/>
        </a:solidFill>
        <a:effectLst/>
      </p:bgPr>
    </p:bg>
    <p:spTree>
      <p:nvGrpSpPr>
        <p:cNvPr id="1" name=""/>
        <p:cNvGrpSpPr/>
        <p:nvPr/>
      </p:nvGrpSpPr>
      <p:grpSpPr/>
      <p:sp>
        <p:nvSpPr>
          <p:cNvPr id="5" name="Placeholder 0"/>
          <p:cNvSpPr txBox="1"/>
          <p:nvPr>
            <p:ph type="title" idx="0"/>
          </p:nvPr>
        </p:nvSpPr>
        <p:spPr>
          <a:xfrm>
            <a:off x="594360" y="502920"/>
            <a:ext cx="10972800" cy="1005840"/>
          </a:xfrm>
          <a:prstGeom prst="rect">
            <a:avLst/>
          </a:prstGeom>
          <a:noFill/>
        </p:spPr>
        <p:txBody>
          <a:bodyPr wrap="square" lIns="0" rIns="0" tIns="0" bIns="0">
            <a:spAutoFit/>
          </a:bodyPr>
          <a:lstStyle/>
          <a:p>
            <a:pPr algn="l" marL="0" indent="0">
              <a:defRPr sz="3600" b="1">
                <a:solidFill>
                  <a:srgbClr val="FFFFFF"/>
                </a:solidFill>
                <a:latin typeface="Inter"/>
              </a:defRPr>
              <a:lnSpc>
                <a:spcPct val="112000"/>
              </a:lnSpc>
              <a:spcAft>
                <a:spcPts val="1200"/>
              </a:spcAft>
              <a:buNone/>
            </a:pPr>
            <a:r>
              <a:t>Make it yours. Keep it Plan B.</a:t>
            </a:r>
          </a:p>
        </p:txBody>
      </p:sp>
      <p:sp>
        <p:nvSpPr>
          <p:cNvPr id="6" name="Placeholder 1"/>
          <p:cNvSpPr txBox="1"/>
          <p:nvPr>
            <p:ph type="body" idx="1"/>
          </p:nvPr>
        </p:nvSpPr>
        <p:spPr>
          <a:xfrm>
            <a:off x="594360" y="1508760"/>
            <a:ext cx="10698480" cy="685800"/>
          </a:xfrm>
          <a:prstGeom prst="rect">
            <a:avLst/>
          </a:prstGeom>
          <a:noFill/>
        </p:spPr>
        <p:txBody>
          <a:bodyPr wrap="square" lIns="0" rIns="0" tIns="0" bIns="0">
            <a:spAutoFit/>
          </a:bodyPr>
          <a:lstStyle/>
          <a:p>
            <a:pPr algn="l" marL="0" indent="0">
              <a:defRPr sz="1900" b="0">
                <a:solidFill>
                  <a:srgbClr val="FFFFFF"/>
                </a:solidFill>
                <a:latin typeface="Inter"/>
              </a:defRPr>
              <a:lnSpc>
                <a:spcPct val="112000"/>
              </a:lnSpc>
              <a:spcAft>
                <a:spcPts val="1200"/>
              </a:spcAft>
              <a:buNone/>
            </a:pPr>
            <a:r>
              <a:t>Delete this guidance slide before presenting.</a:t>
            </a:r>
          </a:p>
        </p:txBody>
      </p:sp>
      <p:sp>
        <p:nvSpPr>
          <p:cNvPr id="7" name="Placeholder 2"/>
          <p:cNvSpPr txBox="1"/>
          <p:nvPr>
            <p:ph type="body" idx="2"/>
          </p:nvPr>
        </p:nvSpPr>
        <p:spPr>
          <a:xfrm>
            <a:off x="640080" y="2514600"/>
            <a:ext cx="5120640" cy="265176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Use the layouts</a:t>
            </a:r>
          </a:p>
          <a:p>
            <a:pPr algn="l" marL="0" indent="0">
              <a:defRPr sz="2300" b="0">
                <a:solidFill>
                  <a:srgbClr val="FFFFFF"/>
                </a:solidFill>
                <a:latin typeface="Inter"/>
              </a:defRPr>
              <a:lnSpc>
                <a:spcPct val="112000"/>
              </a:lnSpc>
              <a:spcAft>
                <a:spcPts val="1200"/>
              </a:spcAft>
              <a:buNone/>
            </a:pPr>
            <a:r>
              <a:t>Install Inter, then choose Home → New Slide. Replace bracketed prompts. Duplicate the chart or table example to retain its styling.</a:t>
            </a:r>
          </a:p>
        </p:txBody>
      </p:sp>
      <p:sp>
        <p:nvSpPr>
          <p:cNvPr id="8" name="Placeholder 3"/>
          <p:cNvSpPr txBox="1"/>
          <p:nvPr>
            <p:ph type="body" idx="3"/>
          </p:nvPr>
        </p:nvSpPr>
        <p:spPr>
          <a:xfrm>
            <a:off x="6400800" y="2514600"/>
            <a:ext cx="5120640" cy="2651760"/>
          </a:xfrm>
          <a:prstGeom prst="rect">
            <a:avLst/>
          </a:prstGeom>
          <a:noFill/>
        </p:spPr>
        <p:txBody>
          <a:bodyPr wrap="square" lIns="0" rIns="0" tIns="0" bIns="0">
            <a:spAutoFit/>
          </a:bodyPr>
          <a:lstStyle/>
          <a:p>
            <a:pPr algn="l" marL="0" indent="0">
              <a:defRPr sz="2300" b="0">
                <a:solidFill>
                  <a:srgbClr val="FFFFFF"/>
                </a:solidFill>
                <a:latin typeface="Inter"/>
              </a:defRPr>
              <a:lnSpc>
                <a:spcPct val="112000"/>
              </a:lnSpc>
              <a:spcAft>
                <a:spcPts val="1200"/>
              </a:spcAft>
              <a:buNone/>
            </a:pPr>
            <a:r>
              <a:t>Keep it clear</a:t>
            </a:r>
          </a:p>
          <a:p>
            <a:pPr algn="l" marL="0" indent="0">
              <a:defRPr sz="2300" b="0">
                <a:solidFill>
                  <a:srgbClr val="FFFFFF"/>
                </a:solidFill>
                <a:latin typeface="Inter"/>
              </a:defRPr>
              <a:lnSpc>
                <a:spcPct val="112000"/>
              </a:lnSpc>
              <a:spcAft>
                <a:spcPts val="1200"/>
              </a:spcAft>
              <a:buNone/>
            </a:pPr>
            <a:r>
              <a:t>One idea per slide. Keep the selected light or dark palette. Preserve the gradient band and keep text on solid grounds. Aim for 20pt or larger body text.</a:t>
            </a:r>
          </a:p>
        </p:txBody>
      </p:sp>
    </p:spTree>
  </p:cSld>
  <p:clrMapOvr>
    <a:masterClrMapping/>
  </p:clrMapOvr>
</p:sld>
</file>

<file path=ppt/theme/theme1.xml><?xml version="1.0" encoding="utf-8"?>
<a:theme xmlns:a="http://schemas.openxmlformats.org/drawingml/2006/main" name="Office Theme">
  <a:themeElements>
    <a:clrScheme name="Plan B Civic Digital Commons">
      <a:dk1>
        <a:srgbClr val="ffffff"/>
      </a:dk1>
      <a:lt1>
        <a:srgbClr val="171717"/>
      </a:lt1>
      <a:dk2>
        <a:srgbClr val="ffffff"/>
      </a:dk2>
      <a:lt2>
        <a:srgbClr val="1a1717"/>
      </a:lt2>
      <a:accent1>
        <a:srgbClr val="ffffff"/>
      </a:accent1>
      <a:accent2>
        <a:srgbClr val="e15364"/>
      </a:accent2>
      <a:accent3>
        <a:srgbClr val="f7931a"/>
      </a:accent3>
      <a:accent4>
        <a:srgbClr val="7468ff"/>
      </a:accent4>
      <a:accent5>
        <a:srgbClr val="ff5db1"/>
      </a:accent5>
      <a:accent6>
        <a:srgbClr val="23f5ff"/>
      </a:accent6>
      <a:hlink>
        <a:srgbClr val="ffffff"/>
      </a:hlink>
      <a:folHlink>
        <a:srgbClr val="7468ff"/>
      </a:folHlink>
    </a:clrScheme>
    <a:fontScheme name="Plan B Inter">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B — Civic Digital Commons / Dark</dc:title>
  <dc:subject>Reusable 16:9 slide layouts and editable starter deck</dc:subject>
  <dc:creator>Plan B Foundation</dc:creator>
  <cp:keywords>Plan B, branding, template, Civic Digital Commons</cp:keywords>
  <dc:description>Generated from slides/build_template.py. Examples are instructions or explicitly synthetic.</dc:description>
  <cp:lastModifiedBy>Steve Canny</cp:lastModifiedBy>
  <cp:revision>1</cp:revision>
  <dcterms:created xsi:type="dcterms:W3CDTF">2013-01-27T09:14:16Z</dcterms:created>
  <dcterms:modified xsi:type="dcterms:W3CDTF">2013-01-27T09:15:58Z</dcterms:modified>
  <cp:category/>
</cp:coreProperties>
</file>