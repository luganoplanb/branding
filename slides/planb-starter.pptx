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planb-white.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Illustrative values</c:v>
                </c:pt>
              </c:strCache>
            </c:strRef>
          </c:tx>
          <c:dPt>
            <c:idx val="0"/>
            <c:spPr>
              <a:solidFill>
                <a:srgbClr val="082952"/>
              </a:solidFill>
              <a:ln>
                <a:noFill/>
              </a:ln>
            </c:spPr>
          </c:dPt>
          <c:dPt>
            <c:idx val="1"/>
            <c:spPr>
              <a:solidFill>
                <a:srgbClr val="4F97E9"/>
              </a:solidFill>
              <a:ln>
                <a:noFill/>
              </a:ln>
            </c:spPr>
          </c:dPt>
          <c:dPt>
            <c:idx val="2"/>
            <c:spPr>
              <a:solidFill>
                <a:srgbClr val="FFB604"/>
              </a:solidFill>
              <a:ln>
                <a:noFill/>
              </a:ln>
            </c:spPr>
          </c:dPt>
          <c:cat>
            <c:strRef>
              <c:f>Sheet1!$A$2:$A$4</c:f>
              <c:strCache>
                <c:ptCount val="3"/>
                <c:pt idx="0">
                  <c:v>Example A</c:v>
                </c:pt>
                <c:pt idx="1">
                  <c:v>Example B</c:v>
                </c:pt>
                <c:pt idx="2">
                  <c:v>Example C</c:v>
                </c:pt>
              </c:strCache>
            </c:strRef>
          </c:cat>
          <c:val>
            <c:numRef>
              <c:f>Sheet1!$B$2:$B$4</c:f>
              <c:numCache>
                <c:formatCode>General</c:formatCode>
                <c:ptCount val="3"/>
                <c:pt idx="0">
                  <c:v>20</c:v>
                </c:pt>
                <c:pt idx="1">
                  <c:v>35</c:v>
                </c:pt>
                <c:pt idx="2">
                  <c:v>50</c:v>
                </c:pt>
              </c:numCache>
            </c:numRef>
          </c:val>
        </c:ser>
        <c:dLbls>
          <c:txPr>
            <a:bodyPr/>
            <a:lstStyle/>
            <a:p>
              <a:pPr>
                <a:defRPr sz="1500">
                  <a:latin typeface="Inter"/>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500">
                <a:latin typeface="Inter"/>
              </a:defRPr>
            </a:pPr>
          </a:p>
        </c:txPr>
        <c:crossAx val="-2113994440"/>
        <c:crosses val="autoZero"/>
        <c:auto val="1"/>
        <c:lblAlgn val="ctr"/>
        <c:lblOffset val="100"/>
        <c:noMultiLvlLbl val="0"/>
      </c:catAx>
      <c:valAx>
        <c:axId val="-2113994440"/>
        <c:scaling>
          <c:max val="60.0"/>
          <c:min val="0.0"/>
        </c:scaling>
        <c:delete val="0"/>
        <c:axPos val="b"/>
        <c:majorGridlines/>
        <c:majorTickMark val="out"/>
        <c:minorTickMark val="none"/>
        <c:tickLblPos val="nextTo"/>
        <c:txPr>
          <a:bodyPr/>
          <a:lstStyle/>
          <a:p>
            <a:pPr>
              <a:defRPr sz="1200">
                <a:latin typeface="Inter"/>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Replace bracketed text. Aim for a title under 8 words. Keep the inherited mark intact. This template uses the existing Lugano Plan B identity, not a newly designed Foundation logo. Install bundled Inter fonts before editing. Choose Home &gt; New Slide for Plan B layouts.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Use between major topics, not before every slide. Navy is a presentation divider, not the default dark UI theme. Gold is the single accent. Keep the statement short.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Use three short statements instead of a wall of bullets. Body is 27pt. Explain public benefit before technical detail. The editable text box supports additional paragraphs but do not shrink below 20pt to fit more content.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COLUMNS. Useful for problem/response, today/proposal, or two options. Equal space means equal status. Do not imply a ranking through color alone.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Use the picture placeholder to insert an image, then Crop &gt; Fit or Fill. Replace the placeholder copy. Add alt text and a credit. Use real photographs with permission; no synthetic evidence or implied endorsements.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CHART. The starter contains an editable native PowerPoint chart with an embedded Excel workbook. All values are synthetic. Use Edit Data to replace them. Give units, source, date and uncertainty. Use navy for structure, blue for context and gold for one emphasis.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Native editable table in the starter. Keep to 3–4 columns and 3–5 rows. Replace bracketed fields. Do not use a screenshot of a spreadsheet. Keep text at least 20pt. Use a navy header and alternating quiet grounds.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QUOTE. This is placeholder text, not a real quotation or endorsement. Verify the wording, permission where required, attribution and source. Keep quotations short. Do not invent testimonials.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Close with specific actions and realistic timing. Add a real contact or project link. The three headings are editable prompts, not a promised programme.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This deck is an editable starter, not a finished presentation. Ten Plan B layouts plus a branded blank are supplied. Speaker notes describe usage. Reuse the POTX in PowerPoint to create a new document. Keynote/LibreOffice may vary in rendering; check after import.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planb-white.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cust" preserve="1" showMasterSp="0">
  <p:cSld name="Plan B / Cover">
    <p:bg>
      <p:bgPr>
        <a:solidFill>
          <a:srgbClr val="FFFEFA"/>
        </a:solidFill>
        <a:effectLst/>
      </p:bgPr>
    </p:bg>
    <p:spTree>
      <p:nvGrpSpPr>
        <p:cNvPr id="1" name=""/>
        <p:cNvGrpSpPr/>
        <p:nvPr/>
      </p:nvGrpSpPr>
      <p:grpSpPr>
        <a:xfrm>
          <a:off x="0" y="0"/>
          <a:ext cx="0" cy="0"/>
          <a:chOff x="0" y="0"/>
          <a:chExt cx="0" cy="0"/>
        </a:xfrm>
      </p:grpSpPr>
      <p:sp>
        <p:nvSpPr>
          <p:cNvPr id="2" name="Plan B Foundation"/>
          <p:cNvSpPr txBox="1"/>
          <p:nvPr/>
        </p:nvSpPr>
        <p:spPr>
          <a:xfrm>
            <a:off x="594360" y="6382512"/>
            <a:ext cx="3657600" cy="228600"/>
          </a:xfrm>
          <a:prstGeom prst="rect">
            <a:avLst/>
          </a:prstGeom>
          <a:noFill/>
        </p:spPr>
        <p:txBody>
          <a:bodyPr wrap="square" lIns="0" rIns="0" tIns="0" bIns="0">
            <a:spAutoFit/>
          </a:bodyPr>
          <a:lstStyle/>
          <a:p>
            <a:pPr>
              <a:lnSpc>
                <a:spcPct val="112000"/>
              </a:lnSpc>
              <a:spcAft>
                <a:spcPts val="1200"/>
              </a:spcAft>
              <a:defRPr sz="1100" b="1">
                <a:solidFill>
                  <a:srgbClr val="082952"/>
                </a:solidFill>
                <a:latin typeface="Inter"/>
              </a:defRPr>
            </a:pPr>
            <a:r>
              <a:t>Plan B Foundation</a:t>
            </a:r>
          </a:p>
        </p:txBody>
      </p:sp>
      <p:sp>
        <p:nvSpPr>
          <p:cNvPr id="3" name="Civic Digital Commons"/>
          <p:cNvSpPr txBox="1"/>
          <p:nvPr/>
        </p:nvSpPr>
        <p:spPr>
          <a:xfrm>
            <a:off x="8595360" y="6382512"/>
            <a:ext cx="2971800" cy="228600"/>
          </a:xfrm>
          <a:prstGeom prst="rect">
            <a:avLst/>
          </a:prstGeom>
          <a:noFill/>
        </p:spPr>
        <p:txBody>
          <a:bodyPr wrap="square" lIns="0" rIns="0" tIns="0" bIns="0">
            <a:spAutoFit/>
          </a:bodyPr>
          <a:lstStyle/>
          <a:p>
            <a:pPr>
              <a:lnSpc>
                <a:spcPct val="112000"/>
              </a:lnSpc>
              <a:spcAft>
                <a:spcPts val="1200"/>
              </a:spcAft>
              <a:defRPr sz="1100" b="0">
                <a:solidFill>
                  <a:srgbClr val="082952"/>
                </a:solidFill>
                <a:latin typeface="Inter"/>
              </a:defRPr>
            </a:pPr>
            <a:r>
              <a:t>Civic Digital Commons</a:t>
            </a:r>
          </a:p>
        </p:txBody>
      </p:sp>
      <p:sp>
        <p:nvSpPr>
          <p:cNvPr id="4" name="Placeholder 0"/>
          <p:cNvSpPr txBox="1"/>
          <p:nvPr>
            <p:ph type="title" idx="0"/>
          </p:nvPr>
        </p:nvSpPr>
        <p:spPr>
          <a:xfrm>
            <a:off x="594360" y="1234440"/>
            <a:ext cx="6675120" cy="1965960"/>
          </a:xfrm>
          <a:prstGeom prst="rect">
            <a:avLst/>
          </a:prstGeom>
          <a:noFill/>
        </p:spPr>
        <p:txBody>
          <a:bodyPr wrap="square" lIns="0" rIns="0" tIns="0" bIns="0">
            <a:spAutoFit/>
          </a:bodyPr>
          <a:lstStyle/>
          <a:p>
            <a:pPr>
              <a:lnSpc>
                <a:spcPct val="112000"/>
              </a:lnSpc>
              <a:spcAft>
                <a:spcPts val="1200"/>
              </a:spcAft>
              <a:defRPr sz="4800" b="1">
                <a:solidFill>
                  <a:srgbClr val="082952"/>
                </a:solidFill>
                <a:latin typeface="Inter"/>
              </a:defRPr>
            </a:pPr>
            <a:r>
              <a:t>[Presentation</a:t>
            </a:r>
          </a:p>
          <a:p>
            <a:pPr>
              <a:lnSpc>
                <a:spcPct val="112000"/>
              </a:lnSpc>
              <a:spcAft>
                <a:spcPts val="1200"/>
              </a:spcAft>
              <a:defRPr sz="4800" b="1">
                <a:solidFill>
                  <a:srgbClr val="082952"/>
                </a:solidFill>
                <a:latin typeface="Inter"/>
              </a:defRPr>
            </a:pPr>
            <a:r>
              <a:t>title]</a:t>
            </a:r>
          </a:p>
        </p:txBody>
      </p:sp>
      <p:sp>
        <p:nvSpPr>
          <p:cNvPr id="5" name="Placeholder 1"/>
          <p:cNvSpPr txBox="1"/>
          <p:nvPr>
            <p:ph type="subTitle" idx="1"/>
          </p:nvPr>
        </p:nvSpPr>
        <p:spPr>
          <a:xfrm>
            <a:off x="621792" y="3566160"/>
            <a:ext cx="6217920" cy="822960"/>
          </a:xfrm>
          <a:prstGeom prst="rect">
            <a:avLst/>
          </a:prstGeom>
          <a:noFill/>
        </p:spPr>
        <p:txBody>
          <a:bodyPr wrap="square" lIns="0" rIns="0" tIns="0" bIns="0">
            <a:spAutoFit/>
          </a:bodyPr>
          <a:lstStyle/>
          <a:p>
            <a:pPr>
              <a:lnSpc>
                <a:spcPct val="112000"/>
              </a:lnSpc>
              <a:spcAft>
                <a:spcPts val="1200"/>
              </a:spcAft>
              <a:defRPr sz="2400" b="0">
                <a:solidFill>
                  <a:srgbClr val="030B20"/>
                </a:solidFill>
                <a:latin typeface="Inter"/>
              </a:defRPr>
            </a:pPr>
            <a:r>
              <a:t>[A clear sentence about the civic purpose]</a:t>
            </a:r>
          </a:p>
        </p:txBody>
      </p:sp>
      <p:sp>
        <p:nvSpPr>
          <p:cNvPr id="6" name="Placeholder 2"/>
          <p:cNvSpPr txBox="1"/>
          <p:nvPr>
            <p:ph type="body" idx="2"/>
          </p:nvPr>
        </p:nvSpPr>
        <p:spPr>
          <a:xfrm>
            <a:off x="621792" y="5074920"/>
            <a:ext cx="5943600" cy="731520"/>
          </a:xfrm>
          <a:prstGeom prst="rect">
            <a:avLst/>
          </a:prstGeom>
          <a:noFill/>
        </p:spPr>
        <p:txBody>
          <a:bodyPr wrap="square" lIns="0" rIns="0" tIns="0" bIns="0">
            <a:spAutoFit/>
          </a:bodyPr>
          <a:lstStyle/>
          <a:p>
            <a:pPr>
              <a:lnSpc>
                <a:spcPct val="112000"/>
              </a:lnSpc>
              <a:spcAft>
                <a:spcPts val="1200"/>
              </a:spcAft>
              <a:defRPr sz="1700" b="0">
                <a:solidFill>
                  <a:srgbClr val="030B20"/>
                </a:solidFill>
                <a:latin typeface="Inter"/>
              </a:defRPr>
            </a:pPr>
            <a:r>
              <a:t>[Presenter / team]</a:t>
            </a:r>
          </a:p>
          <a:p>
            <a:pPr>
              <a:lnSpc>
                <a:spcPct val="112000"/>
              </a:lnSpc>
              <a:spcAft>
                <a:spcPts val="1200"/>
              </a:spcAft>
              <a:defRPr sz="1700" b="0">
                <a:solidFill>
                  <a:srgbClr val="030B20"/>
                </a:solidFill>
                <a:latin typeface="Inter"/>
              </a:defRPr>
            </a:pPr>
            <a:r>
              <a:t>[Event · date]</a:t>
            </a:r>
          </a:p>
        </p:txBody>
      </p:sp>
      <p:sp>
        <p:nvSpPr>
          <p:cNvPr id="7" name="Rectangle 6"/>
          <p:cNvSpPr/>
          <p:nvPr/>
        </p:nvSpPr>
        <p:spPr>
          <a:xfrm>
            <a:off x="7818120" y="0"/>
            <a:ext cx="4379976" cy="6080760"/>
          </a:xfrm>
          <a:prstGeom prst="rect">
            <a:avLst/>
          </a:prstGeom>
          <a:solidFill>
            <a:srgbClr val="08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Original Lugano's Plan B mark" descr="Lugano's Plan B original logo; existing mark, not a new Foundation logo"/>
          <p:cNvPicPr>
            <a:picLocks noChangeAspect="1"/>
          </p:cNvPicPr>
          <p:nvPr/>
        </p:nvPicPr>
        <p:blipFill>
          <a:blip r:embed="rId2">
            <a:ext uri="{96DAC541-7B7A-43D3-8B79-37D633B846F1}">
              <ns0:svgBlip xmlns:ns0="http://schemas.microsoft.com/office/drawing/2016/SVG/main" r:embed="rId3"/>
            </a:ext>
          </a:blip>
          <a:stretch>
            <a:fillRect/>
          </a:stretch>
        </p:blipFill>
        <p:spPr>
          <a:xfrm>
            <a:off x="8302752" y="1325880"/>
            <a:ext cx="3401568" cy="720671"/>
          </a:xfrm>
          <a:prstGeom prst="rect">
            <a:avLst/>
          </a:prstGeom>
        </p:spPr>
      </p:pic>
      <p:sp>
        <p:nvSpPr>
          <p:cNvPr id="9" name="Open.&#10;Capable.&#10;Curious.&#10;Grounded."/>
          <p:cNvSpPr txBox="1"/>
          <p:nvPr/>
        </p:nvSpPr>
        <p:spPr>
          <a:xfrm>
            <a:off x="8302752" y="2788920"/>
            <a:ext cx="3291840" cy="2103120"/>
          </a:xfrm>
          <a:prstGeom prst="rect">
            <a:avLst/>
          </a:prstGeom>
          <a:noFill/>
        </p:spPr>
        <p:txBody>
          <a:bodyPr wrap="square" lIns="0" rIns="0" tIns="0" bIns="0">
            <a:spAutoFit/>
          </a:bodyPr>
          <a:lstStyle/>
          <a:p>
            <a:pPr>
              <a:lnSpc>
                <a:spcPct val="112000"/>
              </a:lnSpc>
              <a:spcAft>
                <a:spcPts val="1200"/>
              </a:spcAft>
              <a:defRPr sz="2900" b="1">
                <a:solidFill>
                  <a:srgbClr val="FFFEFA"/>
                </a:solidFill>
                <a:latin typeface="Inter"/>
              </a:defRPr>
            </a:pPr>
            <a:r>
              <a:t>Open.</a:t>
            </a:r>
          </a:p>
          <a:p>
            <a:pPr>
              <a:lnSpc>
                <a:spcPct val="112000"/>
              </a:lnSpc>
              <a:spcAft>
                <a:spcPts val="1200"/>
              </a:spcAft>
              <a:defRPr sz="2900" b="1">
                <a:solidFill>
                  <a:srgbClr val="FFFEFA"/>
                </a:solidFill>
                <a:latin typeface="Inter"/>
              </a:defRPr>
            </a:pPr>
            <a:r>
              <a:t>Capable.</a:t>
            </a:r>
          </a:p>
          <a:p>
            <a:pPr>
              <a:lnSpc>
                <a:spcPct val="112000"/>
              </a:lnSpc>
              <a:spcAft>
                <a:spcPts val="1200"/>
              </a:spcAft>
              <a:defRPr sz="2900" b="1">
                <a:solidFill>
                  <a:srgbClr val="FFFEFA"/>
                </a:solidFill>
                <a:latin typeface="Inter"/>
              </a:defRPr>
            </a:pPr>
            <a:r>
              <a:t>Curious.</a:t>
            </a:r>
          </a:p>
          <a:p>
            <a:pPr>
              <a:lnSpc>
                <a:spcPct val="112000"/>
              </a:lnSpc>
              <a:spcAft>
                <a:spcPts val="1200"/>
              </a:spcAft>
              <a:defRPr sz="2900" b="1">
                <a:solidFill>
                  <a:srgbClr val="FFFEFA"/>
                </a:solidFill>
                <a:latin typeface="Inter"/>
              </a:defRPr>
            </a:pPr>
            <a:r>
              <a:t>Grounded.</a:t>
            </a:r>
          </a:p>
        </p:txBody>
      </p:sp>
      <p:sp>
        <p:nvSpPr>
          <p:cNvPr id="10" name="Rectangle 9"/>
          <p:cNvSpPr/>
          <p:nvPr/>
        </p:nvSpPr>
        <p:spPr>
          <a:xfrm>
            <a:off x="7818120" y="6016752"/>
            <a:ext cx="4379976" cy="64008"/>
          </a:xfrm>
          <a:gradFill rotWithShape="1">
            <a:gsLst>
              <a:gs pos="0">
                <a:srgbClr val="ffb604"/>
              </a:gs>
              <a:gs pos="28000">
                <a:srgbClr val="ff5db1"/>
              </a:gs>
              <a:gs pos="58000">
                <a:srgbClr val="7468ff"/>
              </a:gs>
              <a:gs pos="100000">
                <a:srgbClr val="23f5ff"/>
              </a:gs>
            </a:gsLst>
            <a:lin ang="0" scaled="1"/>
          </a:gradFill>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cust" preserve="1" showMasterSp="0">
  <p:cSld name="Plan B / Section">
    <p:bg>
      <p:bgPr>
        <a:solidFill>
          <a:srgbClr val="082952"/>
        </a:solidFill>
        <a:effectLst/>
      </p:bgPr>
    </p:bg>
    <p:spTree>
      <p:nvGrpSpPr>
        <p:cNvPr id="1" name=""/>
        <p:cNvGrpSpPr/>
        <p:nvPr/>
      </p:nvGrpSpPr>
      <p:grpSpPr>
        <a:xfrm>
          <a:off x="0" y="0"/>
          <a:ext cx="0" cy="0"/>
          <a:chOff x="0" y="0"/>
          <a:chExt cx="0" cy="0"/>
        </a:xfrm>
      </p:grpSpPr>
      <p:sp>
        <p:nvSpPr>
          <p:cNvPr id="2" name="Plan B Foundation"/>
          <p:cNvSpPr txBox="1"/>
          <p:nvPr/>
        </p:nvSpPr>
        <p:spPr>
          <a:xfrm>
            <a:off x="594360" y="6382512"/>
            <a:ext cx="3657600" cy="228600"/>
          </a:xfrm>
          <a:prstGeom prst="rect">
            <a:avLst/>
          </a:prstGeom>
          <a:noFill/>
        </p:spPr>
        <p:txBody>
          <a:bodyPr wrap="square" lIns="0" rIns="0" tIns="0" bIns="0">
            <a:spAutoFit/>
          </a:bodyPr>
          <a:lstStyle/>
          <a:p>
            <a:pPr>
              <a:lnSpc>
                <a:spcPct val="112000"/>
              </a:lnSpc>
              <a:spcAft>
                <a:spcPts val="1200"/>
              </a:spcAft>
              <a:defRPr sz="1100" b="1">
                <a:solidFill>
                  <a:srgbClr val="FFFEFA"/>
                </a:solidFill>
                <a:latin typeface="Inter"/>
              </a:defRPr>
            </a:pPr>
            <a:r>
              <a:t>Plan B Foundation</a:t>
            </a:r>
          </a:p>
        </p:txBody>
      </p:sp>
      <p:sp>
        <p:nvSpPr>
          <p:cNvPr id="3" name="Civic Digital Commons"/>
          <p:cNvSpPr txBox="1"/>
          <p:nvPr/>
        </p:nvSpPr>
        <p:spPr>
          <a:xfrm>
            <a:off x="8595360" y="6382512"/>
            <a:ext cx="2971800" cy="228600"/>
          </a:xfrm>
          <a:prstGeom prst="rect">
            <a:avLst/>
          </a:prstGeom>
          <a:noFill/>
        </p:spPr>
        <p:txBody>
          <a:bodyPr wrap="square" lIns="0" rIns="0" tIns="0" bIns="0">
            <a:spAutoFit/>
          </a:bodyPr>
          <a:lstStyle/>
          <a:p>
            <a:pPr>
              <a:lnSpc>
                <a:spcPct val="112000"/>
              </a:lnSpc>
              <a:spcAft>
                <a:spcPts val="1200"/>
              </a:spcAft>
              <a:defRPr sz="1100" b="0">
                <a:solidFill>
                  <a:srgbClr val="FFFEFA"/>
                </a:solidFill>
                <a:latin typeface="Inter"/>
              </a:defRPr>
            </a:pPr>
            <a:r>
              <a:t>Civic Digital Commons</a:t>
            </a:r>
          </a:p>
        </p:txBody>
      </p:sp>
      <p:sp>
        <p:nvSpPr>
          <p:cNvPr id="4" name="Placeholder 0"/>
          <p:cNvSpPr txBox="1"/>
          <p:nvPr>
            <p:ph type="title" idx="0"/>
          </p:nvPr>
        </p:nvSpPr>
        <p:spPr>
          <a:xfrm>
            <a:off x="731520" y="1874519"/>
            <a:ext cx="10607040" cy="1554480"/>
          </a:xfrm>
          <a:prstGeom prst="rect">
            <a:avLst/>
          </a:prstGeom>
          <a:noFill/>
        </p:spPr>
        <p:txBody>
          <a:bodyPr wrap="square" lIns="0" rIns="0" tIns="0" bIns="0">
            <a:spAutoFit/>
          </a:bodyPr>
          <a:lstStyle/>
          <a:p>
            <a:pPr>
              <a:lnSpc>
                <a:spcPct val="112000"/>
              </a:lnSpc>
              <a:spcAft>
                <a:spcPts val="1200"/>
              </a:spcAft>
              <a:defRPr sz="4800" b="1">
                <a:solidFill>
                  <a:srgbClr val="FFFEFA"/>
                </a:solidFill>
                <a:latin typeface="Inter"/>
              </a:defRPr>
            </a:pPr>
            <a:r>
              <a:t>[Section title]</a:t>
            </a:r>
          </a:p>
        </p:txBody>
      </p:sp>
      <p:sp>
        <p:nvSpPr>
          <p:cNvPr id="5" name="Placeholder 1"/>
          <p:cNvSpPr txBox="1"/>
          <p:nvPr>
            <p:ph type="body" idx="1"/>
          </p:nvPr>
        </p:nvSpPr>
        <p:spPr>
          <a:xfrm>
            <a:off x="777240" y="3794760"/>
            <a:ext cx="9875520" cy="822960"/>
          </a:xfrm>
          <a:prstGeom prst="rect">
            <a:avLst/>
          </a:prstGeom>
          <a:noFill/>
        </p:spPr>
        <p:txBody>
          <a:bodyPr wrap="square" lIns="0" rIns="0" tIns="0" bIns="0">
            <a:spAutoFit/>
          </a:bodyPr>
          <a:lstStyle/>
          <a:p>
            <a:pPr>
              <a:lnSpc>
                <a:spcPct val="112000"/>
              </a:lnSpc>
              <a:spcAft>
                <a:spcPts val="1200"/>
              </a:spcAft>
              <a:defRPr sz="2500" b="0">
                <a:solidFill>
                  <a:srgbClr val="FFFEFA"/>
                </a:solidFill>
                <a:latin typeface="Inter"/>
              </a:defRPr>
            </a:pPr>
            <a:r>
              <a:t>[One sentence that sets the direction]</a:t>
            </a:r>
          </a:p>
        </p:txBody>
      </p:sp>
      <p:sp>
        <p:nvSpPr>
          <p:cNvPr id="6" name="Rectangle 5"/>
          <p:cNvSpPr/>
          <p:nvPr/>
        </p:nvSpPr>
        <p:spPr>
          <a:xfrm>
            <a:off x="777240" y="1325880"/>
            <a:ext cx="594360" cy="73152"/>
          </a:xfrm>
          <a:prstGeom prst="rect">
            <a:avLst/>
          </a:prstGeom>
          <a:solidFill>
            <a:srgbClr val="FFB6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cust" preserve="1" showMasterSp="0">
  <p:cSld name="Plan B / Title and content">
    <p:bg>
      <p:bgPr>
        <a:solidFill>
          <a:srgbClr val="FFFEFA"/>
        </a:solidFill>
        <a:effectLst/>
      </p:bgPr>
    </p:bg>
    <p:spTree>
      <p:nvGrpSpPr>
        <p:cNvPr id="1" name=""/>
        <p:cNvGrpSpPr/>
        <p:nvPr/>
      </p:nvGrpSpPr>
      <p:grpSpPr>
        <a:xfrm>
          <a:off x="0" y="0"/>
          <a:ext cx="0" cy="0"/>
          <a:chOff x="0" y="0"/>
          <a:chExt cx="0" cy="0"/>
        </a:xfrm>
      </p:grpSpPr>
      <p:sp>
        <p:nvSpPr>
          <p:cNvPr id="2" name="Plan B Foundation"/>
          <p:cNvSpPr txBox="1"/>
          <p:nvPr/>
        </p:nvSpPr>
        <p:spPr>
          <a:xfrm>
            <a:off x="594360" y="6382512"/>
            <a:ext cx="3657600" cy="228600"/>
          </a:xfrm>
          <a:prstGeom prst="rect">
            <a:avLst/>
          </a:prstGeom>
          <a:noFill/>
        </p:spPr>
        <p:txBody>
          <a:bodyPr wrap="square" lIns="0" rIns="0" tIns="0" bIns="0">
            <a:spAutoFit/>
          </a:bodyPr>
          <a:lstStyle/>
          <a:p>
            <a:pPr>
              <a:lnSpc>
                <a:spcPct val="112000"/>
              </a:lnSpc>
              <a:spcAft>
                <a:spcPts val="1200"/>
              </a:spcAft>
              <a:defRPr sz="1100" b="1">
                <a:solidFill>
                  <a:srgbClr val="082952"/>
                </a:solidFill>
                <a:latin typeface="Inter"/>
              </a:defRPr>
            </a:pPr>
            <a:r>
              <a:t>Plan B Foundation</a:t>
            </a:r>
          </a:p>
        </p:txBody>
      </p:sp>
      <p:sp>
        <p:nvSpPr>
          <p:cNvPr id="3" name="Civic Digital Commons"/>
          <p:cNvSpPr txBox="1"/>
          <p:nvPr/>
        </p:nvSpPr>
        <p:spPr>
          <a:xfrm>
            <a:off x="8595360" y="6382512"/>
            <a:ext cx="2971800" cy="228600"/>
          </a:xfrm>
          <a:prstGeom prst="rect">
            <a:avLst/>
          </a:prstGeom>
          <a:noFill/>
        </p:spPr>
        <p:txBody>
          <a:bodyPr wrap="square" lIns="0" rIns="0" tIns="0" bIns="0">
            <a:spAutoFit/>
          </a:bodyPr>
          <a:lstStyle/>
          <a:p>
            <a:pPr>
              <a:lnSpc>
                <a:spcPct val="112000"/>
              </a:lnSpc>
              <a:spcAft>
                <a:spcPts val="1200"/>
              </a:spcAft>
              <a:defRPr sz="1100" b="0">
                <a:solidFill>
                  <a:srgbClr val="082952"/>
                </a:solidFill>
                <a:latin typeface="Inter"/>
              </a:defRPr>
            </a:pPr>
            <a:r>
              <a:t>Civic Digital Commons</a:t>
            </a:r>
          </a:p>
        </p:txBody>
      </p:sp>
      <p:sp>
        <p:nvSpPr>
          <p:cNvPr id="4" name="Placeholder 0"/>
          <p:cNvSpPr txBox="1"/>
          <p:nvPr>
            <p:ph type="title" idx="0"/>
          </p:nvPr>
        </p:nvSpPr>
        <p:spPr>
          <a:xfrm>
            <a:off x="594360" y="502920"/>
            <a:ext cx="10972800" cy="1005840"/>
          </a:xfrm>
          <a:prstGeom prst="rect">
            <a:avLst/>
          </a:prstGeom>
          <a:noFill/>
        </p:spPr>
        <p:txBody>
          <a:bodyPr wrap="square" lIns="0" rIns="0" tIns="0" bIns="0">
            <a:spAutoFit/>
          </a:bodyPr>
          <a:lstStyle/>
          <a:p>
            <a:pPr>
              <a:lnSpc>
                <a:spcPct val="112000"/>
              </a:lnSpc>
              <a:spcAft>
                <a:spcPts val="1200"/>
              </a:spcAft>
              <a:defRPr sz="3600" b="1">
                <a:solidFill>
                  <a:srgbClr val="082952"/>
                </a:solidFill>
                <a:latin typeface="Inter"/>
              </a:defRPr>
            </a:pPr>
            <a:r>
              <a:t>[Lead with the point]</a:t>
            </a:r>
          </a:p>
        </p:txBody>
      </p:sp>
      <p:sp>
        <p:nvSpPr>
          <p:cNvPr id="5" name="Placeholder 1"/>
          <p:cNvSpPr txBox="1"/>
          <p:nvPr>
            <p:ph type="body" idx="1"/>
          </p:nvPr>
        </p:nvSpPr>
        <p:spPr>
          <a:xfrm>
            <a:off x="594360" y="1508760"/>
            <a:ext cx="10698480" cy="685800"/>
          </a:xfrm>
          <a:prstGeom prst="rect">
            <a:avLst/>
          </a:prstGeom>
          <a:noFill/>
        </p:spPr>
        <p:txBody>
          <a:bodyPr wrap="square" lIns="0" rIns="0" tIns="0" bIns="0">
            <a:spAutoFit/>
          </a:bodyPr>
          <a:lstStyle/>
          <a:p>
            <a:pPr>
              <a:lnSpc>
                <a:spcPct val="112000"/>
              </a:lnSpc>
              <a:spcAft>
                <a:spcPts val="1200"/>
              </a:spcAft>
              <a:defRPr sz="1900" b="0">
                <a:solidFill>
                  <a:srgbClr val="030B20"/>
                </a:solidFill>
                <a:latin typeface="Inter"/>
              </a:defRPr>
            </a:pPr>
            <a:r>
              <a:t>[Explain why this matters to the audience]</a:t>
            </a:r>
          </a:p>
        </p:txBody>
      </p:sp>
      <p:sp>
        <p:nvSpPr>
          <p:cNvPr id="6" name="Placeholder 2"/>
          <p:cNvSpPr txBox="1"/>
          <p:nvPr>
            <p:ph type="body" idx="2"/>
          </p:nvPr>
        </p:nvSpPr>
        <p:spPr>
          <a:xfrm>
            <a:off x="777240" y="2606040"/>
            <a:ext cx="10332720" cy="2651760"/>
          </a:xfrm>
          <a:prstGeom prst="rect">
            <a:avLst/>
          </a:prstGeom>
          <a:noFill/>
        </p:spPr>
        <p:txBody>
          <a:bodyPr wrap="square" lIns="0" rIns="0" tIns="0" bIns="0">
            <a:spAutoFit/>
          </a:bodyPr>
          <a:lstStyle/>
          <a:p>
            <a:pPr>
              <a:lnSpc>
                <a:spcPct val="112000"/>
              </a:lnSpc>
              <a:spcAft>
                <a:spcPts val="1200"/>
              </a:spcAft>
              <a:defRPr sz="2700" b="0">
                <a:solidFill>
                  <a:srgbClr val="030B20"/>
                </a:solidFill>
                <a:latin typeface="Inter"/>
              </a:defRPr>
            </a:pPr>
            <a:r>
              <a:t>[First idea — one concise sentence]</a:t>
            </a:r>
          </a:p>
          <a:p>
            <a:pPr>
              <a:lnSpc>
                <a:spcPct val="112000"/>
              </a:lnSpc>
              <a:spcAft>
                <a:spcPts val="1200"/>
              </a:spcAft>
              <a:defRPr sz="2700" b="0">
                <a:solidFill>
                  <a:srgbClr val="030B20"/>
                </a:solidFill>
                <a:latin typeface="Inter"/>
              </a:defRPr>
            </a:pPr>
            <a:r>
              <a:t>[Second idea — one concise sentence]</a:t>
            </a:r>
          </a:p>
          <a:p>
            <a:pPr>
              <a:lnSpc>
                <a:spcPct val="112000"/>
              </a:lnSpc>
              <a:spcAft>
                <a:spcPts val="1200"/>
              </a:spcAft>
              <a:defRPr sz="2700" b="0">
                <a:solidFill>
                  <a:srgbClr val="030B20"/>
                </a:solidFill>
                <a:latin typeface="Inter"/>
              </a:defRPr>
            </a:pPr>
            <a:r>
              <a:t>[Third idea — one concise sentence]</a:t>
            </a:r>
          </a:p>
        </p:txBody>
      </p:sp>
      <p:sp>
        <p:nvSpPr>
          <p:cNvPr id="7" name="Rectangle 6"/>
          <p:cNvSpPr/>
          <p:nvPr/>
        </p:nvSpPr>
        <p:spPr>
          <a:xfrm>
            <a:off x="594360" y="2487168"/>
            <a:ext cx="64008" cy="2377440"/>
          </a:xfrm>
          <a:prstGeom prst="rect">
            <a:avLst/>
          </a:prstGeom>
          <a:solidFill>
            <a:srgbClr val="4F9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cust" preserve="1" showMasterSp="0">
  <p:cSld name="Plan B / Two columns">
    <p:bg>
      <p:bgPr>
        <a:solidFill>
          <a:srgbClr val="FFFEFA"/>
        </a:solidFill>
        <a:effectLst/>
      </p:bgPr>
    </p:bg>
    <p:spTree>
      <p:nvGrpSpPr>
        <p:cNvPr id="1" name=""/>
        <p:cNvGrpSpPr/>
        <p:nvPr/>
      </p:nvGrpSpPr>
      <p:grpSpPr>
        <a:xfrm>
          <a:off x="0" y="0"/>
          <a:ext cx="0" cy="0"/>
          <a:chOff x="0" y="0"/>
          <a:chExt cx="0" cy="0"/>
        </a:xfrm>
      </p:grpSpPr>
      <p:sp>
        <p:nvSpPr>
          <p:cNvPr id="2" name="Plan B Foundation"/>
          <p:cNvSpPr txBox="1"/>
          <p:nvPr/>
        </p:nvSpPr>
        <p:spPr>
          <a:xfrm>
            <a:off x="594360" y="6382512"/>
            <a:ext cx="3657600" cy="228600"/>
          </a:xfrm>
          <a:prstGeom prst="rect">
            <a:avLst/>
          </a:prstGeom>
          <a:noFill/>
        </p:spPr>
        <p:txBody>
          <a:bodyPr wrap="square" lIns="0" rIns="0" tIns="0" bIns="0">
            <a:spAutoFit/>
          </a:bodyPr>
          <a:lstStyle/>
          <a:p>
            <a:pPr>
              <a:lnSpc>
                <a:spcPct val="112000"/>
              </a:lnSpc>
              <a:spcAft>
                <a:spcPts val="1200"/>
              </a:spcAft>
              <a:defRPr sz="1100" b="1">
                <a:solidFill>
                  <a:srgbClr val="082952"/>
                </a:solidFill>
                <a:latin typeface="Inter"/>
              </a:defRPr>
            </a:pPr>
            <a:r>
              <a:t>Plan B Foundation</a:t>
            </a:r>
          </a:p>
        </p:txBody>
      </p:sp>
      <p:sp>
        <p:nvSpPr>
          <p:cNvPr id="3" name="Civic Digital Commons"/>
          <p:cNvSpPr txBox="1"/>
          <p:nvPr/>
        </p:nvSpPr>
        <p:spPr>
          <a:xfrm>
            <a:off x="8595360" y="6382512"/>
            <a:ext cx="2971800" cy="228600"/>
          </a:xfrm>
          <a:prstGeom prst="rect">
            <a:avLst/>
          </a:prstGeom>
          <a:noFill/>
        </p:spPr>
        <p:txBody>
          <a:bodyPr wrap="square" lIns="0" rIns="0" tIns="0" bIns="0">
            <a:spAutoFit/>
          </a:bodyPr>
          <a:lstStyle/>
          <a:p>
            <a:pPr>
              <a:lnSpc>
                <a:spcPct val="112000"/>
              </a:lnSpc>
              <a:spcAft>
                <a:spcPts val="1200"/>
              </a:spcAft>
              <a:defRPr sz="1100" b="0">
                <a:solidFill>
                  <a:srgbClr val="082952"/>
                </a:solidFill>
                <a:latin typeface="Inter"/>
              </a:defRPr>
            </a:pPr>
            <a:r>
              <a:t>Civic Digital Commons</a:t>
            </a:r>
          </a:p>
        </p:txBody>
      </p:sp>
      <p:sp>
        <p:nvSpPr>
          <p:cNvPr id="4" name="Placeholder 0"/>
          <p:cNvSpPr txBox="1"/>
          <p:nvPr>
            <p:ph type="title" idx="0"/>
          </p:nvPr>
        </p:nvSpPr>
        <p:spPr>
          <a:xfrm>
            <a:off x="594360" y="502920"/>
            <a:ext cx="10972800" cy="1005840"/>
          </a:xfrm>
          <a:prstGeom prst="rect">
            <a:avLst/>
          </a:prstGeom>
          <a:noFill/>
        </p:spPr>
        <p:txBody>
          <a:bodyPr wrap="square" lIns="0" rIns="0" tIns="0" bIns="0">
            <a:spAutoFit/>
          </a:bodyPr>
          <a:lstStyle/>
          <a:p>
            <a:pPr>
              <a:lnSpc>
                <a:spcPct val="112000"/>
              </a:lnSpc>
              <a:spcAft>
                <a:spcPts val="1200"/>
              </a:spcAft>
              <a:defRPr sz="3600" b="1">
                <a:solidFill>
                  <a:srgbClr val="082952"/>
                </a:solidFill>
                <a:latin typeface="Inter"/>
              </a:defRPr>
            </a:pPr>
            <a:r>
              <a:t>[Compare two ideas]</a:t>
            </a:r>
          </a:p>
        </p:txBody>
      </p:sp>
      <p:sp>
        <p:nvSpPr>
          <p:cNvPr id="5" name="Placeholder 1"/>
          <p:cNvSpPr txBox="1"/>
          <p:nvPr>
            <p:ph type="body" idx="1"/>
          </p:nvPr>
        </p:nvSpPr>
        <p:spPr>
          <a:xfrm>
            <a:off x="640080" y="1874519"/>
            <a:ext cx="5074920" cy="548640"/>
          </a:xfrm>
          <a:prstGeom prst="rect">
            <a:avLst/>
          </a:prstGeom>
          <a:noFill/>
        </p:spPr>
        <p:txBody>
          <a:bodyPr wrap="square" lIns="0" rIns="0" tIns="0" bIns="0">
            <a:spAutoFit/>
          </a:bodyPr>
          <a:lstStyle/>
          <a:p>
            <a:pPr>
              <a:lnSpc>
                <a:spcPct val="112000"/>
              </a:lnSpc>
              <a:spcAft>
                <a:spcPts val="1200"/>
              </a:spcAft>
              <a:defRPr sz="2600" b="1">
                <a:solidFill>
                  <a:srgbClr val="082952"/>
                </a:solidFill>
                <a:latin typeface="Inter"/>
              </a:defRPr>
            </a:pPr>
            <a:r>
              <a:t>[First perspective]</a:t>
            </a:r>
          </a:p>
        </p:txBody>
      </p:sp>
      <p:sp>
        <p:nvSpPr>
          <p:cNvPr id="6" name="Placeholder 2"/>
          <p:cNvSpPr txBox="1"/>
          <p:nvPr>
            <p:ph type="body" idx="2"/>
          </p:nvPr>
        </p:nvSpPr>
        <p:spPr>
          <a:xfrm>
            <a:off x="640080" y="2697480"/>
            <a:ext cx="4983480" cy="2560320"/>
          </a:xfrm>
          <a:prstGeom prst="rect">
            <a:avLst/>
          </a:prstGeom>
          <a:noFill/>
        </p:spPr>
        <p:txBody>
          <a:bodyPr wrap="square" lIns="0" rIns="0" tIns="0" bIns="0">
            <a:spAutoFit/>
          </a:bodyPr>
          <a:lstStyle/>
          <a:p>
            <a:pPr>
              <a:lnSpc>
                <a:spcPct val="112000"/>
              </a:lnSpc>
              <a:spcAft>
                <a:spcPts val="1200"/>
              </a:spcAft>
              <a:defRPr sz="2400" b="0">
                <a:solidFill>
                  <a:srgbClr val="030B20"/>
                </a:solidFill>
                <a:latin typeface="Inter"/>
              </a:defRPr>
            </a:pPr>
            <a:r>
              <a:t>[Explain the idea in 40 words or fewer. Keep sentences concrete and easy to read.]</a:t>
            </a:r>
          </a:p>
        </p:txBody>
      </p:sp>
      <p:sp>
        <p:nvSpPr>
          <p:cNvPr id="7" name="Placeholder 3"/>
          <p:cNvSpPr txBox="1"/>
          <p:nvPr>
            <p:ph type="body" idx="3"/>
          </p:nvPr>
        </p:nvSpPr>
        <p:spPr>
          <a:xfrm>
            <a:off x="6446520" y="1874519"/>
            <a:ext cx="5074920" cy="548640"/>
          </a:xfrm>
          <a:prstGeom prst="rect">
            <a:avLst/>
          </a:prstGeom>
          <a:noFill/>
        </p:spPr>
        <p:txBody>
          <a:bodyPr wrap="square" lIns="0" rIns="0" tIns="0" bIns="0">
            <a:spAutoFit/>
          </a:bodyPr>
          <a:lstStyle/>
          <a:p>
            <a:pPr>
              <a:lnSpc>
                <a:spcPct val="112000"/>
              </a:lnSpc>
              <a:spcAft>
                <a:spcPts val="1200"/>
              </a:spcAft>
              <a:defRPr sz="2600" b="1">
                <a:solidFill>
                  <a:srgbClr val="082952"/>
                </a:solidFill>
                <a:latin typeface="Inter"/>
              </a:defRPr>
            </a:pPr>
            <a:r>
              <a:t>[Second perspective]</a:t>
            </a:r>
          </a:p>
        </p:txBody>
      </p:sp>
      <p:sp>
        <p:nvSpPr>
          <p:cNvPr id="8" name="Placeholder 4"/>
          <p:cNvSpPr txBox="1"/>
          <p:nvPr>
            <p:ph type="body" idx="4"/>
          </p:nvPr>
        </p:nvSpPr>
        <p:spPr>
          <a:xfrm>
            <a:off x="6446520" y="2697480"/>
            <a:ext cx="4983480" cy="2560320"/>
          </a:xfrm>
          <a:prstGeom prst="rect">
            <a:avLst/>
          </a:prstGeom>
          <a:noFill/>
        </p:spPr>
        <p:txBody>
          <a:bodyPr wrap="square" lIns="0" rIns="0" tIns="0" bIns="0">
            <a:spAutoFit/>
          </a:bodyPr>
          <a:lstStyle/>
          <a:p>
            <a:pPr>
              <a:lnSpc>
                <a:spcPct val="112000"/>
              </a:lnSpc>
              <a:spcAft>
                <a:spcPts val="1200"/>
              </a:spcAft>
              <a:defRPr sz="2400" b="0">
                <a:solidFill>
                  <a:srgbClr val="030B20"/>
                </a:solidFill>
                <a:latin typeface="Inter"/>
              </a:defRPr>
            </a:pPr>
            <a:r>
              <a:t>[Explain the difference or consequence. Use the same level of detail as the first column.]</a:t>
            </a:r>
          </a:p>
        </p:txBody>
      </p:sp>
      <p:sp>
        <p:nvSpPr>
          <p:cNvPr id="9" name="Rectangle 8"/>
          <p:cNvSpPr/>
          <p:nvPr/>
        </p:nvSpPr>
        <p:spPr>
          <a:xfrm>
            <a:off x="6062472" y="1828800"/>
            <a:ext cx="10972" cy="3794760"/>
          </a:xfrm>
          <a:prstGeom prst="rect">
            <a:avLst/>
          </a:prstGeom>
          <a:solidFill>
            <a:srgbClr val="B0D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cust" preserve="1" showMasterSp="0">
  <p:cSld name="Plan B / Image and story">
    <p:bg>
      <p:bgPr>
        <a:solidFill>
          <a:srgbClr val="FFFEFA"/>
        </a:solidFill>
        <a:effectLst/>
      </p:bgPr>
    </p:bg>
    <p:spTree>
      <p:nvGrpSpPr>
        <p:cNvPr id="1" name=""/>
        <p:cNvGrpSpPr/>
        <p:nvPr/>
      </p:nvGrpSpPr>
      <p:grpSpPr>
        <a:xfrm>
          <a:off x="0" y="0"/>
          <a:ext cx="0" cy="0"/>
          <a:chOff x="0" y="0"/>
          <a:chExt cx="0" cy="0"/>
        </a:xfrm>
      </p:grpSpPr>
      <p:sp>
        <p:nvSpPr>
          <p:cNvPr id="2" name="Plan B Foundation"/>
          <p:cNvSpPr txBox="1"/>
          <p:nvPr/>
        </p:nvSpPr>
        <p:spPr>
          <a:xfrm>
            <a:off x="594360" y="6382512"/>
            <a:ext cx="3657600" cy="228600"/>
          </a:xfrm>
          <a:prstGeom prst="rect">
            <a:avLst/>
          </a:prstGeom>
          <a:noFill/>
        </p:spPr>
        <p:txBody>
          <a:bodyPr wrap="square" lIns="0" rIns="0" tIns="0" bIns="0">
            <a:spAutoFit/>
          </a:bodyPr>
          <a:lstStyle/>
          <a:p>
            <a:pPr>
              <a:lnSpc>
                <a:spcPct val="112000"/>
              </a:lnSpc>
              <a:spcAft>
                <a:spcPts val="1200"/>
              </a:spcAft>
              <a:defRPr sz="1100" b="1">
                <a:solidFill>
                  <a:srgbClr val="082952"/>
                </a:solidFill>
                <a:latin typeface="Inter"/>
              </a:defRPr>
            </a:pPr>
            <a:r>
              <a:t>Plan B Foundation</a:t>
            </a:r>
          </a:p>
        </p:txBody>
      </p:sp>
      <p:sp>
        <p:nvSpPr>
          <p:cNvPr id="3" name="Civic Digital Commons"/>
          <p:cNvSpPr txBox="1"/>
          <p:nvPr/>
        </p:nvSpPr>
        <p:spPr>
          <a:xfrm>
            <a:off x="8595360" y="6382512"/>
            <a:ext cx="2971800" cy="228600"/>
          </a:xfrm>
          <a:prstGeom prst="rect">
            <a:avLst/>
          </a:prstGeom>
          <a:noFill/>
        </p:spPr>
        <p:txBody>
          <a:bodyPr wrap="square" lIns="0" rIns="0" tIns="0" bIns="0">
            <a:spAutoFit/>
          </a:bodyPr>
          <a:lstStyle/>
          <a:p>
            <a:pPr>
              <a:lnSpc>
                <a:spcPct val="112000"/>
              </a:lnSpc>
              <a:spcAft>
                <a:spcPts val="1200"/>
              </a:spcAft>
              <a:defRPr sz="1100" b="0">
                <a:solidFill>
                  <a:srgbClr val="082952"/>
                </a:solidFill>
                <a:latin typeface="Inter"/>
              </a:defRPr>
            </a:pPr>
            <a:r>
              <a:t>Civic Digital Commons</a:t>
            </a:r>
          </a:p>
        </p:txBody>
      </p:sp>
      <p:sp>
        <p:nvSpPr>
          <p:cNvPr id="4" name="Placeholder 0"/>
          <p:cNvSpPr txBox="1"/>
          <p:nvPr>
            <p:ph type="title" idx="0"/>
          </p:nvPr>
        </p:nvSpPr>
        <p:spPr>
          <a:xfrm>
            <a:off x="594360" y="502920"/>
            <a:ext cx="10972800" cy="1005840"/>
          </a:xfrm>
          <a:prstGeom prst="rect">
            <a:avLst/>
          </a:prstGeom>
          <a:noFill/>
        </p:spPr>
        <p:txBody>
          <a:bodyPr wrap="square" lIns="0" rIns="0" tIns="0" bIns="0">
            <a:spAutoFit/>
          </a:bodyPr>
          <a:lstStyle/>
          <a:p>
            <a:pPr>
              <a:lnSpc>
                <a:spcPct val="112000"/>
              </a:lnSpc>
              <a:spcAft>
                <a:spcPts val="1200"/>
              </a:spcAft>
              <a:defRPr sz="3600" b="1">
                <a:solidFill>
                  <a:srgbClr val="082952"/>
                </a:solidFill>
                <a:latin typeface="Inter"/>
              </a:defRPr>
            </a:pPr>
            <a:r>
              <a:t>[Make the place visible]</a:t>
            </a:r>
          </a:p>
        </p:txBody>
      </p:sp>
      <p:sp>
        <p:nvSpPr>
          <p:cNvPr id="5" name="Rounded Rectangle 4"/>
          <p:cNvSpPr/>
          <p:nvPr/>
        </p:nvSpPr>
        <p:spPr>
          <a:xfrm>
            <a:off x="594360" y="1828800"/>
            <a:ext cx="6720840" cy="3886200"/>
          </a:xfrm>
          <a:prstGeom prst="roundRect">
            <a:avLst>
              <a:gd name="adj" fmla="val 12000"/>
            </a:avLst>
          </a:prstGeom>
          <a:solidFill>
            <a:srgbClr val="F3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 1"/>
          <p:cNvSpPr txBox="1"/>
          <p:nvPr>
            <p:ph type="pic" idx="1"/>
          </p:nvPr>
        </p:nvSpPr>
        <p:spPr>
          <a:xfrm>
            <a:off x="914400" y="2834640"/>
            <a:ext cx="6035040" cy="1051560"/>
          </a:xfrm>
          <a:prstGeom prst="rect">
            <a:avLst/>
          </a:prstGeom>
          <a:noFill/>
        </p:spPr>
        <p:txBody>
          <a:bodyPr wrap="square" lIns="0" rIns="0" tIns="0" bIns="0">
            <a:spAutoFit/>
          </a:bodyPr>
          <a:lstStyle/>
          <a:p>
            <a:pPr>
              <a:lnSpc>
                <a:spcPct val="112000"/>
              </a:lnSpc>
              <a:spcAft>
                <a:spcPts val="1200"/>
              </a:spcAft>
              <a:defRPr sz="2600" b="1">
                <a:solidFill>
                  <a:srgbClr val="082952"/>
                </a:solidFill>
                <a:latin typeface="Inter"/>
              </a:defRPr>
            </a:pPr>
            <a:r>
              <a:t>[Insert a documentary photograph]</a:t>
            </a:r>
          </a:p>
        </p:txBody>
      </p:sp>
      <p:sp>
        <p:nvSpPr>
          <p:cNvPr id="7" name="Placeholder 2"/>
          <p:cNvSpPr txBox="1"/>
          <p:nvPr>
            <p:ph type="body" idx="2"/>
          </p:nvPr>
        </p:nvSpPr>
        <p:spPr>
          <a:xfrm>
            <a:off x="7772400" y="2011680"/>
            <a:ext cx="3749039" cy="1005840"/>
          </a:xfrm>
          <a:prstGeom prst="rect">
            <a:avLst/>
          </a:prstGeom>
          <a:noFill/>
        </p:spPr>
        <p:txBody>
          <a:bodyPr wrap="square" lIns="0" rIns="0" tIns="0" bIns="0">
            <a:spAutoFit/>
          </a:bodyPr>
          <a:lstStyle/>
          <a:p>
            <a:pPr>
              <a:lnSpc>
                <a:spcPct val="112000"/>
              </a:lnSpc>
              <a:spcAft>
                <a:spcPts val="1200"/>
              </a:spcAft>
              <a:defRPr sz="2700" b="1">
                <a:solidFill>
                  <a:srgbClr val="082952"/>
                </a:solidFill>
                <a:latin typeface="Inter"/>
              </a:defRPr>
            </a:pPr>
            <a:r>
              <a:t>[What should we notice?]</a:t>
            </a:r>
          </a:p>
        </p:txBody>
      </p:sp>
      <p:sp>
        <p:nvSpPr>
          <p:cNvPr id="8" name="Placeholder 3"/>
          <p:cNvSpPr txBox="1"/>
          <p:nvPr>
            <p:ph type="body" idx="3"/>
          </p:nvPr>
        </p:nvSpPr>
        <p:spPr>
          <a:xfrm>
            <a:off x="7772400" y="3246120"/>
            <a:ext cx="3749039" cy="2377440"/>
          </a:xfrm>
          <a:prstGeom prst="rect">
            <a:avLst/>
          </a:prstGeom>
          <a:noFill/>
        </p:spPr>
        <p:txBody>
          <a:bodyPr wrap="square" lIns="0" rIns="0" tIns="0" bIns="0">
            <a:spAutoFit/>
          </a:bodyPr>
          <a:lstStyle/>
          <a:p>
            <a:pPr>
              <a:lnSpc>
                <a:spcPct val="112000"/>
              </a:lnSpc>
              <a:spcAft>
                <a:spcPts val="1200"/>
              </a:spcAft>
              <a:defRPr sz="2200" b="0">
                <a:solidFill>
                  <a:srgbClr val="030B20"/>
                </a:solidFill>
                <a:latin typeface="Inter"/>
              </a:defRPr>
            </a:pPr>
            <a:r>
              <a:t>[Connect the image to the public purpose. Use real Lugano, civic spaces, workshops or people making and learning.]</a:t>
            </a:r>
          </a:p>
        </p:txBody>
      </p:sp>
      <p:sp>
        <p:nvSpPr>
          <p:cNvPr id="9" name="Placeholder 4"/>
          <p:cNvSpPr txBox="1"/>
          <p:nvPr>
            <p:ph type="body" idx="4"/>
          </p:nvPr>
        </p:nvSpPr>
        <p:spPr>
          <a:xfrm>
            <a:off x="640080" y="5852160"/>
            <a:ext cx="10515600" cy="320040"/>
          </a:xfrm>
          <a:prstGeom prst="rect">
            <a:avLst/>
          </a:prstGeom>
          <a:noFill/>
        </p:spPr>
        <p:txBody>
          <a:bodyPr wrap="square" lIns="0" rIns="0" tIns="0" bIns="0">
            <a:spAutoFit/>
          </a:bodyPr>
          <a:lstStyle/>
          <a:p>
            <a:pPr>
              <a:lnSpc>
                <a:spcPct val="112000"/>
              </a:lnSpc>
              <a:spcAft>
                <a:spcPts val="1200"/>
              </a:spcAft>
              <a:defRPr sz="1200" b="0">
                <a:solidFill>
                  <a:srgbClr val="030B20"/>
                </a:solidFill>
                <a:latin typeface="Inter"/>
              </a:defRPr>
            </a:pPr>
            <a:r>
              <a:t>[Photo credit / source / permission]</a:t>
            </a: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cust" preserve="1" showMasterSp="0">
  <p:cSld name="Plan B / Chart and takeaway">
    <p:bg>
      <p:bgPr>
        <a:solidFill>
          <a:srgbClr val="FFFEFA"/>
        </a:solidFill>
        <a:effectLst/>
      </p:bgPr>
    </p:bg>
    <p:spTree>
      <p:nvGrpSpPr>
        <p:cNvPr id="1" name=""/>
        <p:cNvGrpSpPr/>
        <p:nvPr/>
      </p:nvGrpSpPr>
      <p:grpSpPr>
        <a:xfrm>
          <a:off x="0" y="0"/>
          <a:ext cx="0" cy="0"/>
          <a:chOff x="0" y="0"/>
          <a:chExt cx="0" cy="0"/>
        </a:xfrm>
      </p:grpSpPr>
      <p:sp>
        <p:nvSpPr>
          <p:cNvPr id="2" name="Plan B Foundation"/>
          <p:cNvSpPr txBox="1"/>
          <p:nvPr/>
        </p:nvSpPr>
        <p:spPr>
          <a:xfrm>
            <a:off x="594360" y="6382512"/>
            <a:ext cx="3657600" cy="228600"/>
          </a:xfrm>
          <a:prstGeom prst="rect">
            <a:avLst/>
          </a:prstGeom>
          <a:noFill/>
        </p:spPr>
        <p:txBody>
          <a:bodyPr wrap="square" lIns="0" rIns="0" tIns="0" bIns="0">
            <a:spAutoFit/>
          </a:bodyPr>
          <a:lstStyle/>
          <a:p>
            <a:pPr>
              <a:lnSpc>
                <a:spcPct val="112000"/>
              </a:lnSpc>
              <a:spcAft>
                <a:spcPts val="1200"/>
              </a:spcAft>
              <a:defRPr sz="1100" b="1">
                <a:solidFill>
                  <a:srgbClr val="082952"/>
                </a:solidFill>
                <a:latin typeface="Inter"/>
              </a:defRPr>
            </a:pPr>
            <a:r>
              <a:t>Plan B Foundation</a:t>
            </a:r>
          </a:p>
        </p:txBody>
      </p:sp>
      <p:sp>
        <p:nvSpPr>
          <p:cNvPr id="3" name="Civic Digital Commons"/>
          <p:cNvSpPr txBox="1"/>
          <p:nvPr/>
        </p:nvSpPr>
        <p:spPr>
          <a:xfrm>
            <a:off x="8595360" y="6382512"/>
            <a:ext cx="2971800" cy="228600"/>
          </a:xfrm>
          <a:prstGeom prst="rect">
            <a:avLst/>
          </a:prstGeom>
          <a:noFill/>
        </p:spPr>
        <p:txBody>
          <a:bodyPr wrap="square" lIns="0" rIns="0" tIns="0" bIns="0">
            <a:spAutoFit/>
          </a:bodyPr>
          <a:lstStyle/>
          <a:p>
            <a:pPr>
              <a:lnSpc>
                <a:spcPct val="112000"/>
              </a:lnSpc>
              <a:spcAft>
                <a:spcPts val="1200"/>
              </a:spcAft>
              <a:defRPr sz="1100" b="0">
                <a:solidFill>
                  <a:srgbClr val="082952"/>
                </a:solidFill>
                <a:latin typeface="Inter"/>
              </a:defRPr>
            </a:pPr>
            <a:r>
              <a:t>Civic Digital Commons</a:t>
            </a:r>
          </a:p>
        </p:txBody>
      </p:sp>
      <p:sp>
        <p:nvSpPr>
          <p:cNvPr id="4" name="Placeholder 0"/>
          <p:cNvSpPr txBox="1"/>
          <p:nvPr>
            <p:ph type="title" idx="0"/>
          </p:nvPr>
        </p:nvSpPr>
        <p:spPr>
          <a:xfrm>
            <a:off x="594360" y="502920"/>
            <a:ext cx="10972800" cy="1005840"/>
          </a:xfrm>
          <a:prstGeom prst="rect">
            <a:avLst/>
          </a:prstGeom>
          <a:noFill/>
        </p:spPr>
        <p:txBody>
          <a:bodyPr wrap="square" lIns="0" rIns="0" tIns="0" bIns="0">
            <a:spAutoFit/>
          </a:bodyPr>
          <a:lstStyle/>
          <a:p>
            <a:pPr>
              <a:lnSpc>
                <a:spcPct val="112000"/>
              </a:lnSpc>
              <a:spcAft>
                <a:spcPts val="1200"/>
              </a:spcAft>
              <a:defRPr sz="3600" b="1">
                <a:solidFill>
                  <a:srgbClr val="082952"/>
                </a:solidFill>
                <a:latin typeface="Inter"/>
              </a:defRPr>
            </a:pPr>
            <a:r>
              <a:t>[Say what the data shows]</a:t>
            </a:r>
          </a:p>
        </p:txBody>
      </p:sp>
      <p:sp>
        <p:nvSpPr>
          <p:cNvPr id="5" name="Placeholder 1"/>
          <p:cNvSpPr txBox="1"/>
          <p:nvPr>
            <p:ph type="body" idx="1"/>
          </p:nvPr>
        </p:nvSpPr>
        <p:spPr>
          <a:xfrm>
            <a:off x="594360" y="1508760"/>
            <a:ext cx="10698480" cy="685800"/>
          </a:xfrm>
          <a:prstGeom prst="rect">
            <a:avLst/>
          </a:prstGeom>
          <a:noFill/>
        </p:spPr>
        <p:txBody>
          <a:bodyPr wrap="square" lIns="0" rIns="0" tIns="0" bIns="0">
            <a:spAutoFit/>
          </a:bodyPr>
          <a:lstStyle/>
          <a:p>
            <a:pPr>
              <a:lnSpc>
                <a:spcPct val="112000"/>
              </a:lnSpc>
              <a:spcAft>
                <a:spcPts val="1200"/>
              </a:spcAft>
              <a:defRPr sz="1900" b="0">
                <a:solidFill>
                  <a:srgbClr val="030B20"/>
                </a:solidFill>
                <a:latin typeface="Inter"/>
              </a:defRPr>
            </a:pPr>
            <a:r>
              <a:t>[Unit, population and time period]</a:t>
            </a:r>
          </a:p>
        </p:txBody>
      </p:sp>
      <p:sp>
        <p:nvSpPr>
          <p:cNvPr id="6" name="Placeholder 2"/>
          <p:cNvSpPr txBox="1"/>
          <p:nvPr>
            <p:ph type="chart" idx="2"/>
          </p:nvPr>
        </p:nvSpPr>
        <p:spPr>
          <a:xfrm>
            <a:off x="640080" y="2286000"/>
            <a:ext cx="7132320" cy="3429000"/>
          </a:xfrm>
          <a:prstGeom prst="rect">
            <a:avLst/>
          </a:prstGeom>
          <a:noFill/>
        </p:spPr>
        <p:txBody>
          <a:bodyPr wrap="square" lIns="0" rIns="0" tIns="0" bIns="0">
            <a:spAutoFit/>
          </a:bodyPr>
          <a:lstStyle/>
          <a:p>
            <a:pPr>
              <a:lnSpc>
                <a:spcPct val="112000"/>
              </a:lnSpc>
              <a:spcAft>
                <a:spcPts val="1200"/>
              </a:spcAft>
              <a:defRPr sz="2200" b="0">
                <a:solidFill>
                  <a:srgbClr val="082952"/>
                </a:solidFill>
                <a:latin typeface="Inter"/>
              </a:defRPr>
            </a:pPr>
            <a:r>
              <a:t>[Insert chart]</a:t>
            </a:r>
          </a:p>
        </p:txBody>
      </p:sp>
      <p:sp>
        <p:nvSpPr>
          <p:cNvPr id="7" name="Placeholder 3"/>
          <p:cNvSpPr txBox="1"/>
          <p:nvPr>
            <p:ph type="body" idx="3"/>
          </p:nvPr>
        </p:nvSpPr>
        <p:spPr>
          <a:xfrm>
            <a:off x="8229600" y="2423160"/>
            <a:ext cx="3291840" cy="777240"/>
          </a:xfrm>
          <a:prstGeom prst="rect">
            <a:avLst/>
          </a:prstGeom>
          <a:noFill/>
        </p:spPr>
        <p:txBody>
          <a:bodyPr wrap="square" lIns="0" rIns="0" tIns="0" bIns="0">
            <a:spAutoFit/>
          </a:bodyPr>
          <a:lstStyle/>
          <a:p>
            <a:pPr>
              <a:lnSpc>
                <a:spcPct val="112000"/>
              </a:lnSpc>
              <a:spcAft>
                <a:spcPts val="1200"/>
              </a:spcAft>
              <a:defRPr sz="2700" b="1">
                <a:solidFill>
                  <a:srgbClr val="082952"/>
                </a:solidFill>
                <a:latin typeface="Inter"/>
              </a:defRPr>
            </a:pPr>
            <a:r>
              <a:t>[The takeaway]</a:t>
            </a:r>
          </a:p>
        </p:txBody>
      </p:sp>
      <p:sp>
        <p:nvSpPr>
          <p:cNvPr id="8" name="Placeholder 4"/>
          <p:cNvSpPr txBox="1"/>
          <p:nvPr>
            <p:ph type="body" idx="4"/>
          </p:nvPr>
        </p:nvSpPr>
        <p:spPr>
          <a:xfrm>
            <a:off x="8229600" y="3429000"/>
            <a:ext cx="3291840" cy="1920240"/>
          </a:xfrm>
          <a:prstGeom prst="rect">
            <a:avLst/>
          </a:prstGeom>
          <a:noFill/>
        </p:spPr>
        <p:txBody>
          <a:bodyPr wrap="square" lIns="0" rIns="0" tIns="0" bIns="0">
            <a:spAutoFit/>
          </a:bodyPr>
          <a:lstStyle/>
          <a:p>
            <a:pPr>
              <a:lnSpc>
                <a:spcPct val="112000"/>
              </a:lnSpc>
              <a:spcAft>
                <a:spcPts val="1200"/>
              </a:spcAft>
              <a:defRPr sz="2200" b="0">
                <a:solidFill>
                  <a:srgbClr val="030B20"/>
                </a:solidFill>
                <a:latin typeface="Inter"/>
              </a:defRPr>
            </a:pPr>
            <a:r>
              <a:t>[Explain the implication and the limits of the evidence.]</a:t>
            </a:r>
          </a:p>
        </p:txBody>
      </p:sp>
      <p:sp>
        <p:nvSpPr>
          <p:cNvPr id="9" name="Placeholder 5"/>
          <p:cNvSpPr txBox="1"/>
          <p:nvPr>
            <p:ph type="body" idx="5"/>
          </p:nvPr>
        </p:nvSpPr>
        <p:spPr>
          <a:xfrm>
            <a:off x="640080" y="5897880"/>
            <a:ext cx="10881360" cy="320040"/>
          </a:xfrm>
          <a:prstGeom prst="rect">
            <a:avLst/>
          </a:prstGeom>
          <a:noFill/>
        </p:spPr>
        <p:txBody>
          <a:bodyPr wrap="square" lIns="0" rIns="0" tIns="0" bIns="0">
            <a:spAutoFit/>
          </a:bodyPr>
          <a:lstStyle/>
          <a:p>
            <a:pPr>
              <a:lnSpc>
                <a:spcPct val="112000"/>
              </a:lnSpc>
              <a:spcAft>
                <a:spcPts val="1200"/>
              </a:spcAft>
              <a:defRPr sz="1200" b="0">
                <a:solidFill>
                  <a:srgbClr val="030B20"/>
                </a:solidFill>
                <a:latin typeface="Inter"/>
              </a:defRPr>
            </a:pPr>
            <a:r>
              <a:t>ILLUSTRATIVE DATA ONLY · Replace values and add a source before presenting.</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cust" preserve="1" showMasterSp="0">
  <p:cSld name="Plan B / Table">
    <p:bg>
      <p:bgPr>
        <a:solidFill>
          <a:srgbClr val="FFFEFA"/>
        </a:solidFill>
        <a:effectLst/>
      </p:bgPr>
    </p:bg>
    <p:spTree>
      <p:nvGrpSpPr>
        <p:cNvPr id="1" name=""/>
        <p:cNvGrpSpPr/>
        <p:nvPr/>
      </p:nvGrpSpPr>
      <p:grpSpPr>
        <a:xfrm>
          <a:off x="0" y="0"/>
          <a:ext cx="0" cy="0"/>
          <a:chOff x="0" y="0"/>
          <a:chExt cx="0" cy="0"/>
        </a:xfrm>
      </p:grpSpPr>
      <p:sp>
        <p:nvSpPr>
          <p:cNvPr id="2" name="Plan B Foundation"/>
          <p:cNvSpPr txBox="1"/>
          <p:nvPr/>
        </p:nvSpPr>
        <p:spPr>
          <a:xfrm>
            <a:off x="594360" y="6382512"/>
            <a:ext cx="3657600" cy="228600"/>
          </a:xfrm>
          <a:prstGeom prst="rect">
            <a:avLst/>
          </a:prstGeom>
          <a:noFill/>
        </p:spPr>
        <p:txBody>
          <a:bodyPr wrap="square" lIns="0" rIns="0" tIns="0" bIns="0">
            <a:spAutoFit/>
          </a:bodyPr>
          <a:lstStyle/>
          <a:p>
            <a:pPr>
              <a:lnSpc>
                <a:spcPct val="112000"/>
              </a:lnSpc>
              <a:spcAft>
                <a:spcPts val="1200"/>
              </a:spcAft>
              <a:defRPr sz="1100" b="1">
                <a:solidFill>
                  <a:srgbClr val="082952"/>
                </a:solidFill>
                <a:latin typeface="Inter"/>
              </a:defRPr>
            </a:pPr>
            <a:r>
              <a:t>Plan B Foundation</a:t>
            </a:r>
          </a:p>
        </p:txBody>
      </p:sp>
      <p:sp>
        <p:nvSpPr>
          <p:cNvPr id="3" name="Civic Digital Commons"/>
          <p:cNvSpPr txBox="1"/>
          <p:nvPr/>
        </p:nvSpPr>
        <p:spPr>
          <a:xfrm>
            <a:off x="8595360" y="6382512"/>
            <a:ext cx="2971800" cy="228600"/>
          </a:xfrm>
          <a:prstGeom prst="rect">
            <a:avLst/>
          </a:prstGeom>
          <a:noFill/>
        </p:spPr>
        <p:txBody>
          <a:bodyPr wrap="square" lIns="0" rIns="0" tIns="0" bIns="0">
            <a:spAutoFit/>
          </a:bodyPr>
          <a:lstStyle/>
          <a:p>
            <a:pPr>
              <a:lnSpc>
                <a:spcPct val="112000"/>
              </a:lnSpc>
              <a:spcAft>
                <a:spcPts val="1200"/>
              </a:spcAft>
              <a:defRPr sz="1100" b="0">
                <a:solidFill>
                  <a:srgbClr val="082952"/>
                </a:solidFill>
                <a:latin typeface="Inter"/>
              </a:defRPr>
            </a:pPr>
            <a:r>
              <a:t>Civic Digital Commons</a:t>
            </a:r>
          </a:p>
        </p:txBody>
      </p:sp>
      <p:sp>
        <p:nvSpPr>
          <p:cNvPr id="4" name="Placeholder 0"/>
          <p:cNvSpPr txBox="1"/>
          <p:nvPr>
            <p:ph type="title" idx="0"/>
          </p:nvPr>
        </p:nvSpPr>
        <p:spPr>
          <a:xfrm>
            <a:off x="594360" y="502920"/>
            <a:ext cx="10972800" cy="1005840"/>
          </a:xfrm>
          <a:prstGeom prst="rect">
            <a:avLst/>
          </a:prstGeom>
          <a:noFill/>
        </p:spPr>
        <p:txBody>
          <a:bodyPr wrap="square" lIns="0" rIns="0" tIns="0" bIns="0">
            <a:spAutoFit/>
          </a:bodyPr>
          <a:lstStyle/>
          <a:p>
            <a:pPr>
              <a:lnSpc>
                <a:spcPct val="112000"/>
              </a:lnSpc>
              <a:spcAft>
                <a:spcPts val="1200"/>
              </a:spcAft>
              <a:defRPr sz="3600" b="1">
                <a:solidFill>
                  <a:srgbClr val="082952"/>
                </a:solidFill>
                <a:latin typeface="Inter"/>
              </a:defRPr>
            </a:pPr>
            <a:r>
              <a:t>[Make a decision easier]</a:t>
            </a:r>
          </a:p>
        </p:txBody>
      </p:sp>
      <p:sp>
        <p:nvSpPr>
          <p:cNvPr id="5" name="Placeholder 1"/>
          <p:cNvSpPr txBox="1"/>
          <p:nvPr>
            <p:ph type="body" idx="1"/>
          </p:nvPr>
        </p:nvSpPr>
        <p:spPr>
          <a:xfrm>
            <a:off x="594360" y="1508760"/>
            <a:ext cx="10698480" cy="685800"/>
          </a:xfrm>
          <a:prstGeom prst="rect">
            <a:avLst/>
          </a:prstGeom>
          <a:noFill/>
        </p:spPr>
        <p:txBody>
          <a:bodyPr wrap="square" lIns="0" rIns="0" tIns="0" bIns="0">
            <a:spAutoFit/>
          </a:bodyPr>
          <a:lstStyle/>
          <a:p>
            <a:pPr>
              <a:lnSpc>
                <a:spcPct val="112000"/>
              </a:lnSpc>
              <a:spcAft>
                <a:spcPts val="1200"/>
              </a:spcAft>
              <a:defRPr sz="1900" b="0">
                <a:solidFill>
                  <a:srgbClr val="030B20"/>
                </a:solidFill>
                <a:latin typeface="Inter"/>
              </a:defRPr>
            </a:pPr>
            <a:r>
              <a:t>[Explain what the comparison includes]</a:t>
            </a:r>
          </a:p>
        </p:txBody>
      </p:sp>
      <p:sp>
        <p:nvSpPr>
          <p:cNvPr id="6" name="Placeholder 2"/>
          <p:cNvSpPr txBox="1"/>
          <p:nvPr>
            <p:ph type="tbl" idx="2"/>
          </p:nvPr>
        </p:nvSpPr>
        <p:spPr>
          <a:xfrm>
            <a:off x="640080" y="2331720"/>
            <a:ext cx="10927080" cy="3291840"/>
          </a:xfrm>
          <a:prstGeom prst="rect">
            <a:avLst/>
          </a:prstGeom>
          <a:noFill/>
        </p:spPr>
        <p:txBody>
          <a:bodyPr wrap="square" lIns="0" rIns="0" tIns="0" bIns="0">
            <a:spAutoFit/>
          </a:bodyPr>
          <a:lstStyle/>
          <a:p>
            <a:pPr>
              <a:lnSpc>
                <a:spcPct val="112000"/>
              </a:lnSpc>
              <a:spcAft>
                <a:spcPts val="1200"/>
              </a:spcAft>
              <a:defRPr sz="2200" b="0">
                <a:solidFill>
                  <a:srgbClr val="082952"/>
                </a:solidFill>
                <a:latin typeface="Inter"/>
              </a:defRPr>
            </a:pPr>
            <a:r>
              <a:t>[Insert table]</a:t>
            </a:r>
          </a:p>
        </p:txBody>
      </p:sp>
      <p:sp>
        <p:nvSpPr>
          <p:cNvPr id="7" name="Placeholder 3"/>
          <p:cNvSpPr txBox="1"/>
          <p:nvPr>
            <p:ph type="body" idx="3"/>
          </p:nvPr>
        </p:nvSpPr>
        <p:spPr>
          <a:xfrm>
            <a:off x="640080" y="5806440"/>
            <a:ext cx="10881360" cy="365760"/>
          </a:xfrm>
          <a:prstGeom prst="rect">
            <a:avLst/>
          </a:prstGeom>
          <a:noFill/>
        </p:spPr>
        <p:txBody>
          <a:bodyPr wrap="square" lIns="0" rIns="0" tIns="0" bIns="0">
            <a:spAutoFit/>
          </a:bodyPr>
          <a:lstStyle/>
          <a:p>
            <a:pPr>
              <a:lnSpc>
                <a:spcPct val="112000"/>
              </a:lnSpc>
              <a:spcAft>
                <a:spcPts val="1200"/>
              </a:spcAft>
              <a:defRPr sz="1300" b="0">
                <a:solidFill>
                  <a:srgbClr val="030B20"/>
                </a:solidFill>
                <a:latin typeface="Inter"/>
              </a:defRPr>
            </a:pPr>
            <a:r>
              <a:t>[Source / definitions / caveat]</a:t>
            </a: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cust" preserve="1" showMasterSp="0">
  <p:cSld name="Plan B / Quotation">
    <p:bg>
      <p:bgPr>
        <a:solidFill>
          <a:srgbClr val="FFFEFA"/>
        </a:solidFill>
        <a:effectLst/>
      </p:bgPr>
    </p:bg>
    <p:spTree>
      <p:nvGrpSpPr>
        <p:cNvPr id="1" name=""/>
        <p:cNvGrpSpPr/>
        <p:nvPr/>
      </p:nvGrpSpPr>
      <p:grpSpPr>
        <a:xfrm>
          <a:off x="0" y="0"/>
          <a:ext cx="0" cy="0"/>
          <a:chOff x="0" y="0"/>
          <a:chExt cx="0" cy="0"/>
        </a:xfrm>
      </p:grpSpPr>
      <p:sp>
        <p:nvSpPr>
          <p:cNvPr id="2" name="Plan B Foundation"/>
          <p:cNvSpPr txBox="1"/>
          <p:nvPr/>
        </p:nvSpPr>
        <p:spPr>
          <a:xfrm>
            <a:off x="594360" y="6382512"/>
            <a:ext cx="3657600" cy="228600"/>
          </a:xfrm>
          <a:prstGeom prst="rect">
            <a:avLst/>
          </a:prstGeom>
          <a:noFill/>
        </p:spPr>
        <p:txBody>
          <a:bodyPr wrap="square" lIns="0" rIns="0" tIns="0" bIns="0">
            <a:spAutoFit/>
          </a:bodyPr>
          <a:lstStyle/>
          <a:p>
            <a:pPr>
              <a:lnSpc>
                <a:spcPct val="112000"/>
              </a:lnSpc>
              <a:spcAft>
                <a:spcPts val="1200"/>
              </a:spcAft>
              <a:defRPr sz="1100" b="1">
                <a:solidFill>
                  <a:srgbClr val="082952"/>
                </a:solidFill>
                <a:latin typeface="Inter"/>
              </a:defRPr>
            </a:pPr>
            <a:r>
              <a:t>Plan B Foundation</a:t>
            </a:r>
          </a:p>
        </p:txBody>
      </p:sp>
      <p:sp>
        <p:nvSpPr>
          <p:cNvPr id="3" name="Civic Digital Commons"/>
          <p:cNvSpPr txBox="1"/>
          <p:nvPr/>
        </p:nvSpPr>
        <p:spPr>
          <a:xfrm>
            <a:off x="8595360" y="6382512"/>
            <a:ext cx="2971800" cy="228600"/>
          </a:xfrm>
          <a:prstGeom prst="rect">
            <a:avLst/>
          </a:prstGeom>
          <a:noFill/>
        </p:spPr>
        <p:txBody>
          <a:bodyPr wrap="square" lIns="0" rIns="0" tIns="0" bIns="0">
            <a:spAutoFit/>
          </a:bodyPr>
          <a:lstStyle/>
          <a:p>
            <a:pPr>
              <a:lnSpc>
                <a:spcPct val="112000"/>
              </a:lnSpc>
              <a:spcAft>
                <a:spcPts val="1200"/>
              </a:spcAft>
              <a:defRPr sz="1100" b="0">
                <a:solidFill>
                  <a:srgbClr val="082952"/>
                </a:solidFill>
                <a:latin typeface="Inter"/>
              </a:defRPr>
            </a:pPr>
            <a:r>
              <a:t>Civic Digital Commons</a:t>
            </a:r>
          </a:p>
        </p:txBody>
      </p:sp>
      <p:sp>
        <p:nvSpPr>
          <p:cNvPr id="4" name="Placeholder 0"/>
          <p:cNvSpPr txBox="1"/>
          <p:nvPr>
            <p:ph type="title" idx="0"/>
          </p:nvPr>
        </p:nvSpPr>
        <p:spPr>
          <a:xfrm>
            <a:off x="777240" y="1463040"/>
            <a:ext cx="10332720" cy="2651760"/>
          </a:xfrm>
          <a:prstGeom prst="rect">
            <a:avLst/>
          </a:prstGeom>
          <a:noFill/>
        </p:spPr>
        <p:txBody>
          <a:bodyPr wrap="square" lIns="0" rIns="0" tIns="0" bIns="0">
            <a:spAutoFit/>
          </a:bodyPr>
          <a:lstStyle/>
          <a:p>
            <a:pPr>
              <a:lnSpc>
                <a:spcPct val="112000"/>
              </a:lnSpc>
              <a:spcAft>
                <a:spcPts val="1200"/>
              </a:spcAft>
              <a:defRPr sz="4200" b="1">
                <a:solidFill>
                  <a:srgbClr val="082952"/>
                </a:solidFill>
                <a:latin typeface="Inter"/>
              </a:defRPr>
            </a:pPr>
            <a:r>
              <a:t>[A short quotation,</a:t>
            </a:r>
          </a:p>
          <a:p>
            <a:pPr>
              <a:lnSpc>
                <a:spcPct val="112000"/>
              </a:lnSpc>
              <a:spcAft>
                <a:spcPts val="1200"/>
              </a:spcAft>
              <a:defRPr sz="4200" b="1">
                <a:solidFill>
                  <a:srgbClr val="082952"/>
                </a:solidFill>
                <a:latin typeface="Inter"/>
              </a:defRPr>
            </a:pPr>
            <a:r>
              <a:t>accurately attributed.]</a:t>
            </a:r>
          </a:p>
        </p:txBody>
      </p:sp>
      <p:sp>
        <p:nvSpPr>
          <p:cNvPr id="5" name="Placeholder 1"/>
          <p:cNvSpPr txBox="1"/>
          <p:nvPr>
            <p:ph type="body" idx="1"/>
          </p:nvPr>
        </p:nvSpPr>
        <p:spPr>
          <a:xfrm>
            <a:off x="822960" y="4572000"/>
            <a:ext cx="9784080" cy="1005840"/>
          </a:xfrm>
          <a:prstGeom prst="rect">
            <a:avLst/>
          </a:prstGeom>
          <a:noFill/>
        </p:spPr>
        <p:txBody>
          <a:bodyPr wrap="square" lIns="0" rIns="0" tIns="0" bIns="0">
            <a:spAutoFit/>
          </a:bodyPr>
          <a:lstStyle/>
          <a:p>
            <a:pPr>
              <a:lnSpc>
                <a:spcPct val="112000"/>
              </a:lnSpc>
              <a:spcAft>
                <a:spcPts val="1200"/>
              </a:spcAft>
              <a:defRPr sz="2000" b="0">
                <a:solidFill>
                  <a:srgbClr val="030B20"/>
                </a:solidFill>
                <a:latin typeface="Inter"/>
              </a:defRPr>
            </a:pPr>
            <a:r>
              <a:t>[Speaker / role]</a:t>
            </a:r>
          </a:p>
          <a:p>
            <a:pPr>
              <a:lnSpc>
                <a:spcPct val="112000"/>
              </a:lnSpc>
              <a:spcAft>
                <a:spcPts val="1200"/>
              </a:spcAft>
              <a:defRPr sz="2000" b="0">
                <a:solidFill>
                  <a:srgbClr val="030B20"/>
                </a:solidFill>
                <a:latin typeface="Inter"/>
              </a:defRPr>
            </a:pPr>
            <a:r>
              <a:t>[Source · date]</a:t>
            </a:r>
          </a:p>
        </p:txBody>
      </p:sp>
      <p:sp>
        <p:nvSpPr>
          <p:cNvPr id="6" name="Rectangle 5"/>
          <p:cNvSpPr/>
          <p:nvPr/>
        </p:nvSpPr>
        <p:spPr>
          <a:xfrm>
            <a:off x="777240" y="960120"/>
            <a:ext cx="640080" cy="73152"/>
          </a:xfrm>
          <a:prstGeom prst="rect">
            <a:avLst/>
          </a:prstGeom>
          <a:solidFill>
            <a:srgbClr val="FFB6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cust" preserve="1" showMasterSp="0">
  <p:cSld name="Plan B / Next steps">
    <p:bg>
      <p:bgPr>
        <a:solidFill>
          <a:srgbClr val="FFFEFA"/>
        </a:solidFill>
        <a:effectLst/>
      </p:bgPr>
    </p:bg>
    <p:spTree>
      <p:nvGrpSpPr>
        <p:cNvPr id="1" name=""/>
        <p:cNvGrpSpPr/>
        <p:nvPr/>
      </p:nvGrpSpPr>
      <p:grpSpPr>
        <a:xfrm>
          <a:off x="0" y="0"/>
          <a:ext cx="0" cy="0"/>
          <a:chOff x="0" y="0"/>
          <a:chExt cx="0" cy="0"/>
        </a:xfrm>
      </p:grpSpPr>
      <p:sp>
        <p:nvSpPr>
          <p:cNvPr id="2" name="Plan B Foundation"/>
          <p:cNvSpPr txBox="1"/>
          <p:nvPr/>
        </p:nvSpPr>
        <p:spPr>
          <a:xfrm>
            <a:off x="594360" y="6382512"/>
            <a:ext cx="3657600" cy="228600"/>
          </a:xfrm>
          <a:prstGeom prst="rect">
            <a:avLst/>
          </a:prstGeom>
          <a:noFill/>
        </p:spPr>
        <p:txBody>
          <a:bodyPr wrap="square" lIns="0" rIns="0" tIns="0" bIns="0">
            <a:spAutoFit/>
          </a:bodyPr>
          <a:lstStyle/>
          <a:p>
            <a:pPr>
              <a:lnSpc>
                <a:spcPct val="112000"/>
              </a:lnSpc>
              <a:spcAft>
                <a:spcPts val="1200"/>
              </a:spcAft>
              <a:defRPr sz="1100" b="1">
                <a:solidFill>
                  <a:srgbClr val="082952"/>
                </a:solidFill>
                <a:latin typeface="Inter"/>
              </a:defRPr>
            </a:pPr>
            <a:r>
              <a:t>Plan B Foundation</a:t>
            </a:r>
          </a:p>
        </p:txBody>
      </p:sp>
      <p:sp>
        <p:nvSpPr>
          <p:cNvPr id="3" name="Civic Digital Commons"/>
          <p:cNvSpPr txBox="1"/>
          <p:nvPr/>
        </p:nvSpPr>
        <p:spPr>
          <a:xfrm>
            <a:off x="8595360" y="6382512"/>
            <a:ext cx="2971800" cy="228600"/>
          </a:xfrm>
          <a:prstGeom prst="rect">
            <a:avLst/>
          </a:prstGeom>
          <a:noFill/>
        </p:spPr>
        <p:txBody>
          <a:bodyPr wrap="square" lIns="0" rIns="0" tIns="0" bIns="0">
            <a:spAutoFit/>
          </a:bodyPr>
          <a:lstStyle/>
          <a:p>
            <a:pPr>
              <a:lnSpc>
                <a:spcPct val="112000"/>
              </a:lnSpc>
              <a:spcAft>
                <a:spcPts val="1200"/>
              </a:spcAft>
              <a:defRPr sz="1100" b="0">
                <a:solidFill>
                  <a:srgbClr val="082952"/>
                </a:solidFill>
                <a:latin typeface="Inter"/>
              </a:defRPr>
            </a:pPr>
            <a:r>
              <a:t>Civic Digital Commons</a:t>
            </a:r>
          </a:p>
        </p:txBody>
      </p:sp>
      <p:sp>
        <p:nvSpPr>
          <p:cNvPr id="4" name="Placeholder 0"/>
          <p:cNvSpPr txBox="1"/>
          <p:nvPr>
            <p:ph type="title" idx="0"/>
          </p:nvPr>
        </p:nvSpPr>
        <p:spPr>
          <a:xfrm>
            <a:off x="594360" y="502920"/>
            <a:ext cx="10972800" cy="1005840"/>
          </a:xfrm>
          <a:prstGeom prst="rect">
            <a:avLst/>
          </a:prstGeom>
          <a:noFill/>
        </p:spPr>
        <p:txBody>
          <a:bodyPr wrap="square" lIns="0" rIns="0" tIns="0" bIns="0">
            <a:spAutoFit/>
          </a:bodyPr>
          <a:lstStyle/>
          <a:p>
            <a:pPr>
              <a:lnSpc>
                <a:spcPct val="112000"/>
              </a:lnSpc>
              <a:spcAft>
                <a:spcPts val="1200"/>
              </a:spcAft>
              <a:defRPr sz="3600" b="1">
                <a:solidFill>
                  <a:srgbClr val="082952"/>
                </a:solidFill>
                <a:latin typeface="Inter"/>
              </a:defRPr>
            </a:pPr>
            <a:r>
              <a:t>[What happens next?]</a:t>
            </a:r>
          </a:p>
        </p:txBody>
      </p:sp>
      <p:sp>
        <p:nvSpPr>
          <p:cNvPr id="5" name="Placeholder 1"/>
          <p:cNvSpPr txBox="1"/>
          <p:nvPr>
            <p:ph type="body" idx="1"/>
          </p:nvPr>
        </p:nvSpPr>
        <p:spPr>
          <a:xfrm>
            <a:off x="640080" y="2057400"/>
            <a:ext cx="3383280" cy="685800"/>
          </a:xfrm>
          <a:prstGeom prst="rect">
            <a:avLst/>
          </a:prstGeom>
          <a:noFill/>
        </p:spPr>
        <p:txBody>
          <a:bodyPr wrap="square" lIns="0" rIns="0" tIns="0" bIns="0">
            <a:spAutoFit/>
          </a:bodyPr>
          <a:lstStyle/>
          <a:p>
            <a:pPr>
              <a:lnSpc>
                <a:spcPct val="112000"/>
              </a:lnSpc>
              <a:spcAft>
                <a:spcPts val="1200"/>
              </a:spcAft>
              <a:defRPr sz="2800" b="1">
                <a:solidFill>
                  <a:srgbClr val="082952"/>
                </a:solidFill>
                <a:latin typeface="Inter"/>
              </a:defRPr>
            </a:pPr>
            <a:r>
              <a:t>[Learn]</a:t>
            </a:r>
          </a:p>
        </p:txBody>
      </p:sp>
      <p:sp>
        <p:nvSpPr>
          <p:cNvPr id="6" name="Placeholder 2"/>
          <p:cNvSpPr txBox="1"/>
          <p:nvPr>
            <p:ph type="body" idx="2"/>
          </p:nvPr>
        </p:nvSpPr>
        <p:spPr>
          <a:xfrm>
            <a:off x="640080" y="3108960"/>
            <a:ext cx="3337560" cy="1920240"/>
          </a:xfrm>
          <a:prstGeom prst="rect">
            <a:avLst/>
          </a:prstGeom>
          <a:noFill/>
        </p:spPr>
        <p:txBody>
          <a:bodyPr wrap="square" lIns="0" rIns="0" tIns="0" bIns="0">
            <a:spAutoFit/>
          </a:bodyPr>
          <a:lstStyle/>
          <a:p>
            <a:pPr>
              <a:lnSpc>
                <a:spcPct val="112000"/>
              </a:lnSpc>
              <a:spcAft>
                <a:spcPts val="1200"/>
              </a:spcAft>
              <a:defRPr sz="2300" b="0">
                <a:solidFill>
                  <a:srgbClr val="030B20"/>
                </a:solidFill>
                <a:latin typeface="Inter"/>
              </a:defRPr>
            </a:pPr>
            <a:r>
              <a:t>[Concrete next action]</a:t>
            </a:r>
          </a:p>
          <a:p>
            <a:pPr>
              <a:lnSpc>
                <a:spcPct val="112000"/>
              </a:lnSpc>
              <a:spcAft>
                <a:spcPts val="1200"/>
              </a:spcAft>
              <a:defRPr sz="2300" b="0">
                <a:solidFill>
                  <a:srgbClr val="030B20"/>
                </a:solidFill>
                <a:latin typeface="Inter"/>
              </a:defRPr>
            </a:pPr>
            <a:r>
              <a:t>[Owner · timing]</a:t>
            </a:r>
          </a:p>
        </p:txBody>
      </p:sp>
      <p:sp>
        <p:nvSpPr>
          <p:cNvPr id="7" name="Placeholder 3"/>
          <p:cNvSpPr txBox="1"/>
          <p:nvPr>
            <p:ph type="body" idx="3"/>
          </p:nvPr>
        </p:nvSpPr>
        <p:spPr>
          <a:xfrm>
            <a:off x="4434840" y="2057400"/>
            <a:ext cx="3383280" cy="685800"/>
          </a:xfrm>
          <a:prstGeom prst="rect">
            <a:avLst/>
          </a:prstGeom>
          <a:noFill/>
        </p:spPr>
        <p:txBody>
          <a:bodyPr wrap="square" lIns="0" rIns="0" tIns="0" bIns="0">
            <a:spAutoFit/>
          </a:bodyPr>
          <a:lstStyle/>
          <a:p>
            <a:pPr>
              <a:lnSpc>
                <a:spcPct val="112000"/>
              </a:lnSpc>
              <a:spcAft>
                <a:spcPts val="1200"/>
              </a:spcAft>
              <a:defRPr sz="2800" b="1">
                <a:solidFill>
                  <a:srgbClr val="082952"/>
                </a:solidFill>
                <a:latin typeface="Inter"/>
              </a:defRPr>
            </a:pPr>
            <a:r>
              <a:t>[Test]</a:t>
            </a:r>
          </a:p>
        </p:txBody>
      </p:sp>
      <p:sp>
        <p:nvSpPr>
          <p:cNvPr id="8" name="Placeholder 4"/>
          <p:cNvSpPr txBox="1"/>
          <p:nvPr>
            <p:ph type="body" idx="4"/>
          </p:nvPr>
        </p:nvSpPr>
        <p:spPr>
          <a:xfrm>
            <a:off x="4434840" y="3108960"/>
            <a:ext cx="3337560" cy="1920240"/>
          </a:xfrm>
          <a:prstGeom prst="rect">
            <a:avLst/>
          </a:prstGeom>
          <a:noFill/>
        </p:spPr>
        <p:txBody>
          <a:bodyPr wrap="square" lIns="0" rIns="0" tIns="0" bIns="0">
            <a:spAutoFit/>
          </a:bodyPr>
          <a:lstStyle/>
          <a:p>
            <a:pPr>
              <a:lnSpc>
                <a:spcPct val="112000"/>
              </a:lnSpc>
              <a:spcAft>
                <a:spcPts val="1200"/>
              </a:spcAft>
              <a:defRPr sz="2300" b="0">
                <a:solidFill>
                  <a:srgbClr val="030B20"/>
                </a:solidFill>
                <a:latin typeface="Inter"/>
              </a:defRPr>
            </a:pPr>
            <a:r>
              <a:t>[Concrete next action]</a:t>
            </a:r>
          </a:p>
          <a:p>
            <a:pPr>
              <a:lnSpc>
                <a:spcPct val="112000"/>
              </a:lnSpc>
              <a:spcAft>
                <a:spcPts val="1200"/>
              </a:spcAft>
              <a:defRPr sz="2300" b="0">
                <a:solidFill>
                  <a:srgbClr val="030B20"/>
                </a:solidFill>
                <a:latin typeface="Inter"/>
              </a:defRPr>
            </a:pPr>
            <a:r>
              <a:t>[Owner · timing]</a:t>
            </a:r>
          </a:p>
        </p:txBody>
      </p:sp>
      <p:sp>
        <p:nvSpPr>
          <p:cNvPr id="9" name="Placeholder 5"/>
          <p:cNvSpPr txBox="1"/>
          <p:nvPr>
            <p:ph type="body" idx="5"/>
          </p:nvPr>
        </p:nvSpPr>
        <p:spPr>
          <a:xfrm>
            <a:off x="8229600" y="2057400"/>
            <a:ext cx="3383280" cy="685800"/>
          </a:xfrm>
          <a:prstGeom prst="rect">
            <a:avLst/>
          </a:prstGeom>
          <a:noFill/>
        </p:spPr>
        <p:txBody>
          <a:bodyPr wrap="square" lIns="0" rIns="0" tIns="0" bIns="0">
            <a:spAutoFit/>
          </a:bodyPr>
          <a:lstStyle/>
          <a:p>
            <a:pPr>
              <a:lnSpc>
                <a:spcPct val="112000"/>
              </a:lnSpc>
              <a:spcAft>
                <a:spcPts val="1200"/>
              </a:spcAft>
              <a:defRPr sz="2800" b="1">
                <a:solidFill>
                  <a:srgbClr val="082952"/>
                </a:solidFill>
                <a:latin typeface="Inter"/>
              </a:defRPr>
            </a:pPr>
            <a:r>
              <a:t>[Contribute]</a:t>
            </a:r>
          </a:p>
        </p:txBody>
      </p:sp>
      <p:sp>
        <p:nvSpPr>
          <p:cNvPr id="10" name="Placeholder 6"/>
          <p:cNvSpPr txBox="1"/>
          <p:nvPr>
            <p:ph type="body" idx="6"/>
          </p:nvPr>
        </p:nvSpPr>
        <p:spPr>
          <a:xfrm>
            <a:off x="8229600" y="3108960"/>
            <a:ext cx="3337560" cy="1920240"/>
          </a:xfrm>
          <a:prstGeom prst="rect">
            <a:avLst/>
          </a:prstGeom>
          <a:noFill/>
        </p:spPr>
        <p:txBody>
          <a:bodyPr wrap="square" lIns="0" rIns="0" tIns="0" bIns="0">
            <a:spAutoFit/>
          </a:bodyPr>
          <a:lstStyle/>
          <a:p>
            <a:pPr>
              <a:lnSpc>
                <a:spcPct val="112000"/>
              </a:lnSpc>
              <a:spcAft>
                <a:spcPts val="1200"/>
              </a:spcAft>
              <a:defRPr sz="2300" b="0">
                <a:solidFill>
                  <a:srgbClr val="030B20"/>
                </a:solidFill>
                <a:latin typeface="Inter"/>
              </a:defRPr>
            </a:pPr>
            <a:r>
              <a:t>[Concrete next action]</a:t>
            </a:r>
          </a:p>
          <a:p>
            <a:pPr>
              <a:lnSpc>
                <a:spcPct val="112000"/>
              </a:lnSpc>
              <a:spcAft>
                <a:spcPts val="1200"/>
              </a:spcAft>
              <a:defRPr sz="2300" b="0">
                <a:solidFill>
                  <a:srgbClr val="030B20"/>
                </a:solidFill>
                <a:latin typeface="Inter"/>
              </a:defRPr>
            </a:pPr>
            <a:r>
              <a:t>[Owner · timing]</a:t>
            </a:r>
          </a:p>
        </p:txBody>
      </p:sp>
      <p:sp>
        <p:nvSpPr>
          <p:cNvPr id="11" name="Placeholder 7"/>
          <p:cNvSpPr txBox="1"/>
          <p:nvPr>
            <p:ph type="body" idx="7"/>
          </p:nvPr>
        </p:nvSpPr>
        <p:spPr>
          <a:xfrm>
            <a:off x="640080" y="5577840"/>
            <a:ext cx="10789920" cy="411480"/>
          </a:xfrm>
          <a:prstGeom prst="rect">
            <a:avLst/>
          </a:prstGeom>
          <a:noFill/>
        </p:spPr>
        <p:txBody>
          <a:bodyPr wrap="square" lIns="0" rIns="0" tIns="0" bIns="0">
            <a:spAutoFit/>
          </a:bodyPr>
          <a:lstStyle/>
          <a:p>
            <a:pPr>
              <a:lnSpc>
                <a:spcPct val="112000"/>
              </a:lnSpc>
              <a:spcAft>
                <a:spcPts val="1200"/>
              </a:spcAft>
              <a:defRPr sz="1900" b="0">
                <a:solidFill>
                  <a:srgbClr val="082952"/>
                </a:solidFill>
                <a:latin typeface="Inter"/>
              </a:defRPr>
            </a:pPr>
            <a:r>
              <a:t>[Contact / project URL]</a:t>
            </a: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cust" preserve="1" showMasterSp="0">
  <p:cSld name="Plan B / Template guide">
    <p:bg>
      <p:bgPr>
        <a:solidFill>
          <a:srgbClr val="FFFEFA"/>
        </a:solidFill>
        <a:effectLst/>
      </p:bgPr>
    </p:bg>
    <p:spTree>
      <p:nvGrpSpPr>
        <p:cNvPr id="1" name=""/>
        <p:cNvGrpSpPr/>
        <p:nvPr/>
      </p:nvGrpSpPr>
      <p:grpSpPr>
        <a:xfrm>
          <a:off x="0" y="0"/>
          <a:ext cx="0" cy="0"/>
          <a:chOff x="0" y="0"/>
          <a:chExt cx="0" cy="0"/>
        </a:xfrm>
      </p:grpSpPr>
      <p:sp>
        <p:nvSpPr>
          <p:cNvPr id="2" name="Plan B Foundation"/>
          <p:cNvSpPr txBox="1"/>
          <p:nvPr/>
        </p:nvSpPr>
        <p:spPr>
          <a:xfrm>
            <a:off x="594360" y="6382512"/>
            <a:ext cx="3657600" cy="228600"/>
          </a:xfrm>
          <a:prstGeom prst="rect">
            <a:avLst/>
          </a:prstGeom>
          <a:noFill/>
        </p:spPr>
        <p:txBody>
          <a:bodyPr wrap="square" lIns="0" rIns="0" tIns="0" bIns="0">
            <a:spAutoFit/>
          </a:bodyPr>
          <a:lstStyle/>
          <a:p>
            <a:pPr>
              <a:lnSpc>
                <a:spcPct val="112000"/>
              </a:lnSpc>
              <a:spcAft>
                <a:spcPts val="1200"/>
              </a:spcAft>
              <a:defRPr sz="1100" b="1">
                <a:solidFill>
                  <a:srgbClr val="082952"/>
                </a:solidFill>
                <a:latin typeface="Inter"/>
              </a:defRPr>
            </a:pPr>
            <a:r>
              <a:t>Plan B Foundation</a:t>
            </a:r>
          </a:p>
        </p:txBody>
      </p:sp>
      <p:sp>
        <p:nvSpPr>
          <p:cNvPr id="3" name="Civic Digital Commons"/>
          <p:cNvSpPr txBox="1"/>
          <p:nvPr/>
        </p:nvSpPr>
        <p:spPr>
          <a:xfrm>
            <a:off x="8595360" y="6382512"/>
            <a:ext cx="2971800" cy="228600"/>
          </a:xfrm>
          <a:prstGeom prst="rect">
            <a:avLst/>
          </a:prstGeom>
          <a:noFill/>
        </p:spPr>
        <p:txBody>
          <a:bodyPr wrap="square" lIns="0" rIns="0" tIns="0" bIns="0">
            <a:spAutoFit/>
          </a:bodyPr>
          <a:lstStyle/>
          <a:p>
            <a:pPr>
              <a:lnSpc>
                <a:spcPct val="112000"/>
              </a:lnSpc>
              <a:spcAft>
                <a:spcPts val="1200"/>
              </a:spcAft>
              <a:defRPr sz="1100" b="0">
                <a:solidFill>
                  <a:srgbClr val="082952"/>
                </a:solidFill>
                <a:latin typeface="Inter"/>
              </a:defRPr>
            </a:pPr>
            <a:r>
              <a:t>Civic Digital Commons</a:t>
            </a:r>
          </a:p>
        </p:txBody>
      </p:sp>
      <p:sp>
        <p:nvSpPr>
          <p:cNvPr id="4" name="Placeholder 0"/>
          <p:cNvSpPr txBox="1"/>
          <p:nvPr>
            <p:ph type="title" idx="0"/>
          </p:nvPr>
        </p:nvSpPr>
        <p:spPr>
          <a:xfrm>
            <a:off x="594360" y="502920"/>
            <a:ext cx="10972800" cy="1005840"/>
          </a:xfrm>
          <a:prstGeom prst="rect">
            <a:avLst/>
          </a:prstGeom>
          <a:noFill/>
        </p:spPr>
        <p:txBody>
          <a:bodyPr wrap="square" lIns="0" rIns="0" tIns="0" bIns="0">
            <a:spAutoFit/>
          </a:bodyPr>
          <a:lstStyle/>
          <a:p>
            <a:pPr>
              <a:lnSpc>
                <a:spcPct val="112000"/>
              </a:lnSpc>
              <a:spcAft>
                <a:spcPts val="1200"/>
              </a:spcAft>
              <a:defRPr sz="3600" b="1">
                <a:solidFill>
                  <a:srgbClr val="082952"/>
                </a:solidFill>
                <a:latin typeface="Inter"/>
              </a:defRPr>
            </a:pPr>
            <a:r>
              <a:t>Make it yours. Keep it Plan B.</a:t>
            </a:r>
          </a:p>
        </p:txBody>
      </p:sp>
      <p:sp>
        <p:nvSpPr>
          <p:cNvPr id="5" name="Placeholder 1"/>
          <p:cNvSpPr txBox="1"/>
          <p:nvPr>
            <p:ph type="body" idx="1"/>
          </p:nvPr>
        </p:nvSpPr>
        <p:spPr>
          <a:xfrm>
            <a:off x="594360" y="1508760"/>
            <a:ext cx="10698480" cy="685800"/>
          </a:xfrm>
          <a:prstGeom prst="rect">
            <a:avLst/>
          </a:prstGeom>
          <a:noFill/>
        </p:spPr>
        <p:txBody>
          <a:bodyPr wrap="square" lIns="0" rIns="0" tIns="0" bIns="0">
            <a:spAutoFit/>
          </a:bodyPr>
          <a:lstStyle/>
          <a:p>
            <a:pPr>
              <a:lnSpc>
                <a:spcPct val="112000"/>
              </a:lnSpc>
              <a:spcAft>
                <a:spcPts val="1200"/>
              </a:spcAft>
              <a:defRPr sz="1900" b="0">
                <a:solidFill>
                  <a:srgbClr val="030B20"/>
                </a:solidFill>
                <a:latin typeface="Inter"/>
              </a:defRPr>
            </a:pPr>
            <a:r>
              <a:t>Delete this guidance slide before presenting.</a:t>
            </a:r>
          </a:p>
        </p:txBody>
      </p:sp>
      <p:sp>
        <p:nvSpPr>
          <p:cNvPr id="6" name="Placeholder 2"/>
          <p:cNvSpPr txBox="1"/>
          <p:nvPr>
            <p:ph type="body" idx="2"/>
          </p:nvPr>
        </p:nvSpPr>
        <p:spPr>
          <a:xfrm>
            <a:off x="640080" y="2514600"/>
            <a:ext cx="5120640" cy="2651760"/>
          </a:xfrm>
          <a:prstGeom prst="rect">
            <a:avLst/>
          </a:prstGeom>
          <a:noFill/>
        </p:spPr>
        <p:txBody>
          <a:bodyPr wrap="square" lIns="0" rIns="0" tIns="0" bIns="0">
            <a:spAutoFit/>
          </a:bodyPr>
          <a:lstStyle/>
          <a:p>
            <a:pPr>
              <a:lnSpc>
                <a:spcPct val="112000"/>
              </a:lnSpc>
              <a:spcAft>
                <a:spcPts val="1200"/>
              </a:spcAft>
              <a:defRPr sz="2300" b="0">
                <a:solidFill>
                  <a:srgbClr val="030B20"/>
                </a:solidFill>
                <a:latin typeface="Inter"/>
              </a:defRPr>
            </a:pPr>
            <a:r>
              <a:t>Use the layouts</a:t>
            </a:r>
          </a:p>
          <a:p>
            <a:pPr>
              <a:lnSpc>
                <a:spcPct val="112000"/>
              </a:lnSpc>
              <a:spcAft>
                <a:spcPts val="1200"/>
              </a:spcAft>
              <a:defRPr sz="2300" b="0">
                <a:solidFill>
                  <a:srgbClr val="030B20"/>
                </a:solidFill>
                <a:latin typeface="Inter"/>
              </a:defRPr>
            </a:pPr>
            <a:r>
              <a:t>Install Inter, then choose Home → New Slide. Replace bracketed prompts. Duplicate the chart or table example to retain its styling.</a:t>
            </a:r>
          </a:p>
        </p:txBody>
      </p:sp>
      <p:sp>
        <p:nvSpPr>
          <p:cNvPr id="7" name="Placeholder 3"/>
          <p:cNvSpPr txBox="1"/>
          <p:nvPr>
            <p:ph type="body" idx="3"/>
          </p:nvPr>
        </p:nvSpPr>
        <p:spPr>
          <a:xfrm>
            <a:off x="6400800" y="2514600"/>
            <a:ext cx="5120640" cy="2651760"/>
          </a:xfrm>
          <a:prstGeom prst="rect">
            <a:avLst/>
          </a:prstGeom>
          <a:noFill/>
        </p:spPr>
        <p:txBody>
          <a:bodyPr wrap="square" lIns="0" rIns="0" tIns="0" bIns="0">
            <a:spAutoFit/>
          </a:bodyPr>
          <a:lstStyle/>
          <a:p>
            <a:pPr>
              <a:lnSpc>
                <a:spcPct val="112000"/>
              </a:lnSpc>
              <a:spcAft>
                <a:spcPts val="1200"/>
              </a:spcAft>
              <a:defRPr sz="2300" b="0">
                <a:solidFill>
                  <a:srgbClr val="030B20"/>
                </a:solidFill>
                <a:latin typeface="Inter"/>
              </a:defRPr>
            </a:pPr>
            <a:r>
              <a:t>Keep it clear</a:t>
            </a:r>
          </a:p>
          <a:p>
            <a:pPr>
              <a:lnSpc>
                <a:spcPct val="112000"/>
              </a:lnSpc>
              <a:spcAft>
                <a:spcPts val="1200"/>
              </a:spcAft>
              <a:defRPr sz="2300" b="0">
                <a:solidFill>
                  <a:srgbClr val="030B20"/>
                </a:solidFill>
                <a:latin typeface="Inter"/>
              </a:defRPr>
            </a:pPr>
            <a:r>
              <a:t>One idea per slide. Use navy and warm white. Choose gold or a small gradient as the exceptional signal. Aim for 20pt or larger body text.</a:t>
            </a:r>
          </a:p>
        </p:txBody>
      </p:sp>
      <p:sp>
        <p:nvSpPr>
          <p:cNvPr id="8" name="Rectangle 7"/>
          <p:cNvSpPr/>
          <p:nvPr/>
        </p:nvSpPr>
        <p:spPr>
          <a:xfrm>
            <a:off x="640080" y="5486400"/>
            <a:ext cx="365760" cy="228600"/>
          </a:xfrm>
          <a:prstGeom prst="rect">
            <a:avLst/>
          </a:prstGeom>
          <a:solidFill>
            <a:srgbClr val="082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88719" y="5486400"/>
            <a:ext cx="365760" cy="228600"/>
          </a:xfrm>
          <a:prstGeom prst="rect">
            <a:avLst/>
          </a:prstGeom>
          <a:solidFill>
            <a:srgbClr val="4F9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737360" y="5486400"/>
            <a:ext cx="365760" cy="228600"/>
          </a:xfrm>
          <a:prstGeom prst="rect">
            <a:avLst/>
          </a:prstGeom>
          <a:solidFill>
            <a:srgbClr val="FFB6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5486400"/>
            <a:ext cx="365760" cy="228600"/>
          </a:xfrm>
          <a:prstGeom prst="rect">
            <a:avLst/>
          </a:prstGeom>
          <a:solidFill>
            <a:srgbClr val="FFF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ull guidance: plan-b.foundation/brandin"/>
          <p:cNvSpPr txBox="1"/>
          <p:nvPr/>
        </p:nvSpPr>
        <p:spPr>
          <a:xfrm>
            <a:off x="3108960" y="5486400"/>
            <a:ext cx="8046720" cy="365760"/>
          </a:xfrm>
          <a:prstGeom prst="rect">
            <a:avLst/>
          </a:prstGeom>
          <a:noFill/>
        </p:spPr>
        <p:txBody>
          <a:bodyPr wrap="square" lIns="0" rIns="0" tIns="0" bIns="0">
            <a:spAutoFit/>
          </a:bodyPr>
          <a:lstStyle/>
          <a:p>
            <a:pPr>
              <a:lnSpc>
                <a:spcPct val="112000"/>
              </a:lnSpc>
              <a:spcAft>
                <a:spcPts val="1200"/>
              </a:spcAft>
              <a:defRPr sz="1500" b="0">
                <a:solidFill>
                  <a:srgbClr val="082952"/>
                </a:solidFill>
                <a:latin typeface="Inter"/>
              </a:defRPr>
            </a:pPr>
            <a:r>
              <a:t>Full guidance: plan-b.foundation/branding/</a:t>
            </a: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cust" preserve="1" showMasterSp="0">
  <p:cSld name="Plan B / Blank">
    <p:bg>
      <p:bgPr>
        <a:solidFill>
          <a:srgbClr val="FFFEF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planb-white.sv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FFFEFA"/>
        </a:solidFill>
        <a:effectLst/>
      </p:bgPr>
    </p:bg>
    <p:spTree>
      <p:nvGrpSpPr>
        <p:cNvPr id="1" name=""/>
        <p:cNvGrpSpPr/>
        <p:nvPr/>
      </p:nvGrpSpPr>
      <p:grpSpPr/>
      <p:sp>
        <p:nvSpPr>
          <p:cNvPr id="4" name="Placeholder 0"/>
          <p:cNvSpPr txBox="1"/>
          <p:nvPr>
            <p:ph type="title" idx="0"/>
          </p:nvPr>
        </p:nvSpPr>
        <p:spPr>
          <a:xfrm>
            <a:off x="594360" y="1234440"/>
            <a:ext cx="6675120" cy="1965960"/>
          </a:xfrm>
          <a:prstGeom prst="rect">
            <a:avLst/>
          </a:prstGeom>
          <a:noFill/>
        </p:spPr>
        <p:txBody>
          <a:bodyPr wrap="square" lIns="0" rIns="0" tIns="0" bIns="0">
            <a:spAutoFit/>
          </a:bodyPr>
          <a:lstStyle/>
          <a:p>
            <a:pPr>
              <a:lnSpc>
                <a:spcPct val="112000"/>
              </a:lnSpc>
              <a:spcAft>
                <a:spcPts val="1200"/>
              </a:spcAft>
              <a:defRPr sz="4800" b="1">
                <a:solidFill>
                  <a:srgbClr val="082952"/>
                </a:solidFill>
                <a:latin typeface="Inter"/>
              </a:defRPr>
            </a:pPr>
            <a:r>
              <a:t>[Presentation</a:t>
            </a:r>
          </a:p>
          <a:p>
            <a:pPr>
              <a:lnSpc>
                <a:spcPct val="112000"/>
              </a:lnSpc>
              <a:spcAft>
                <a:spcPts val="1200"/>
              </a:spcAft>
              <a:defRPr sz="4800" b="1">
                <a:solidFill>
                  <a:srgbClr val="082952"/>
                </a:solidFill>
                <a:latin typeface="Inter"/>
              </a:defRPr>
            </a:pPr>
            <a:r>
              <a:t>title]</a:t>
            </a:r>
          </a:p>
        </p:txBody>
      </p:sp>
      <p:sp>
        <p:nvSpPr>
          <p:cNvPr id="5" name="Placeholder 1"/>
          <p:cNvSpPr txBox="1"/>
          <p:nvPr>
            <p:ph type="subTitle" idx="1"/>
          </p:nvPr>
        </p:nvSpPr>
        <p:spPr>
          <a:xfrm>
            <a:off x="621792" y="3566160"/>
            <a:ext cx="6217920" cy="822960"/>
          </a:xfrm>
          <a:prstGeom prst="rect">
            <a:avLst/>
          </a:prstGeom>
          <a:noFill/>
        </p:spPr>
        <p:txBody>
          <a:bodyPr wrap="square" lIns="0" rIns="0" tIns="0" bIns="0">
            <a:spAutoFit/>
          </a:bodyPr>
          <a:lstStyle/>
          <a:p>
            <a:pPr>
              <a:lnSpc>
                <a:spcPct val="112000"/>
              </a:lnSpc>
              <a:spcAft>
                <a:spcPts val="1200"/>
              </a:spcAft>
              <a:defRPr sz="2400" b="0">
                <a:solidFill>
                  <a:srgbClr val="030B20"/>
                </a:solidFill>
                <a:latin typeface="Inter"/>
              </a:defRPr>
            </a:pPr>
            <a:r>
              <a:t>[A clear sentence about the civic purpose]</a:t>
            </a:r>
          </a:p>
        </p:txBody>
      </p:sp>
      <p:sp>
        <p:nvSpPr>
          <p:cNvPr id="6" name="Placeholder 2"/>
          <p:cNvSpPr txBox="1"/>
          <p:nvPr>
            <p:ph type="body" idx="2"/>
          </p:nvPr>
        </p:nvSpPr>
        <p:spPr>
          <a:xfrm>
            <a:off x="621792" y="5074920"/>
            <a:ext cx="5943600" cy="731520"/>
          </a:xfrm>
          <a:prstGeom prst="rect">
            <a:avLst/>
          </a:prstGeom>
          <a:noFill/>
        </p:spPr>
        <p:txBody>
          <a:bodyPr wrap="square" lIns="0" rIns="0" tIns="0" bIns="0">
            <a:spAutoFit/>
          </a:bodyPr>
          <a:lstStyle/>
          <a:p>
            <a:pPr>
              <a:lnSpc>
                <a:spcPct val="112000"/>
              </a:lnSpc>
              <a:spcAft>
                <a:spcPts val="1200"/>
              </a:spcAft>
              <a:defRPr sz="1700" b="0">
                <a:solidFill>
                  <a:srgbClr val="030B20"/>
                </a:solidFill>
                <a:latin typeface="Inter"/>
              </a:defRPr>
            </a:pPr>
            <a:r>
              <a:t>[Presenter / team]</a:t>
            </a:r>
          </a:p>
          <a:p>
            <a:pPr>
              <a:lnSpc>
                <a:spcPct val="112000"/>
              </a:lnSpc>
              <a:spcAft>
                <a:spcPts val="1200"/>
              </a:spcAft>
              <a:defRPr sz="1700" b="0">
                <a:solidFill>
                  <a:srgbClr val="030B20"/>
                </a:solidFill>
                <a:latin typeface="Inter"/>
              </a:defRPr>
            </a:pPr>
            <a:r>
              <a:t>[Event ·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082952"/>
        </a:solidFill>
        <a:effectLst/>
      </p:bgPr>
    </p:bg>
    <p:spTree>
      <p:nvGrpSpPr>
        <p:cNvPr id="1" name=""/>
        <p:cNvGrpSpPr/>
        <p:nvPr/>
      </p:nvGrpSpPr>
      <p:grpSpPr/>
      <p:sp>
        <p:nvSpPr>
          <p:cNvPr id="4" name="Placeholder 0"/>
          <p:cNvSpPr txBox="1"/>
          <p:nvPr>
            <p:ph type="title" idx="0"/>
          </p:nvPr>
        </p:nvSpPr>
        <p:spPr>
          <a:xfrm>
            <a:off x="731520" y="1874519"/>
            <a:ext cx="10607040" cy="1554480"/>
          </a:xfrm>
          <a:prstGeom prst="rect">
            <a:avLst/>
          </a:prstGeom>
          <a:noFill/>
        </p:spPr>
        <p:txBody>
          <a:bodyPr wrap="square" lIns="0" rIns="0" tIns="0" bIns="0">
            <a:spAutoFit/>
          </a:bodyPr>
          <a:lstStyle/>
          <a:p>
            <a:pPr>
              <a:lnSpc>
                <a:spcPct val="112000"/>
              </a:lnSpc>
              <a:spcAft>
                <a:spcPts val="1200"/>
              </a:spcAft>
              <a:defRPr sz="4800" b="1">
                <a:solidFill>
                  <a:srgbClr val="FFFEFA"/>
                </a:solidFill>
                <a:latin typeface="Inter"/>
              </a:defRPr>
            </a:pPr>
            <a:r>
              <a:t>[Section title]</a:t>
            </a:r>
          </a:p>
        </p:txBody>
      </p:sp>
      <p:sp>
        <p:nvSpPr>
          <p:cNvPr id="5" name="Placeholder 1"/>
          <p:cNvSpPr txBox="1"/>
          <p:nvPr>
            <p:ph type="body" idx="1"/>
          </p:nvPr>
        </p:nvSpPr>
        <p:spPr>
          <a:xfrm>
            <a:off x="777240" y="3794760"/>
            <a:ext cx="9875520" cy="822960"/>
          </a:xfrm>
          <a:prstGeom prst="rect">
            <a:avLst/>
          </a:prstGeom>
          <a:noFill/>
        </p:spPr>
        <p:txBody>
          <a:bodyPr wrap="square" lIns="0" rIns="0" tIns="0" bIns="0">
            <a:spAutoFit/>
          </a:bodyPr>
          <a:lstStyle/>
          <a:p>
            <a:pPr>
              <a:lnSpc>
                <a:spcPct val="112000"/>
              </a:lnSpc>
              <a:spcAft>
                <a:spcPts val="1200"/>
              </a:spcAft>
              <a:defRPr sz="2500" b="0">
                <a:solidFill>
                  <a:srgbClr val="FFFEFA"/>
                </a:solidFill>
                <a:latin typeface="Inter"/>
              </a:defRPr>
            </a:pPr>
            <a:r>
              <a:t>[One sentence that sets the direction]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FFFEFA"/>
        </a:solidFill>
        <a:effectLst/>
      </p:bgPr>
    </p:bg>
    <p:spTree>
      <p:nvGrpSpPr>
        <p:cNvPr id="1" name=""/>
        <p:cNvGrpSpPr/>
        <p:nvPr/>
      </p:nvGrpSpPr>
      <p:grpSpPr/>
      <p:sp>
        <p:nvSpPr>
          <p:cNvPr id="4" name="Placeholder 0"/>
          <p:cNvSpPr txBox="1"/>
          <p:nvPr>
            <p:ph type="title" idx="0"/>
          </p:nvPr>
        </p:nvSpPr>
        <p:spPr>
          <a:xfrm>
            <a:off x="594360" y="502920"/>
            <a:ext cx="10972800" cy="1005840"/>
          </a:xfrm>
          <a:prstGeom prst="rect">
            <a:avLst/>
          </a:prstGeom>
          <a:noFill/>
        </p:spPr>
        <p:txBody>
          <a:bodyPr wrap="square" lIns="0" rIns="0" tIns="0" bIns="0">
            <a:spAutoFit/>
          </a:bodyPr>
          <a:lstStyle/>
          <a:p>
            <a:pPr>
              <a:lnSpc>
                <a:spcPct val="112000"/>
              </a:lnSpc>
              <a:spcAft>
                <a:spcPts val="1200"/>
              </a:spcAft>
              <a:defRPr sz="3600" b="1">
                <a:solidFill>
                  <a:srgbClr val="082952"/>
                </a:solidFill>
                <a:latin typeface="Inter"/>
              </a:defRPr>
            </a:pPr>
            <a:r>
              <a:t>[Lead with the point]</a:t>
            </a:r>
          </a:p>
        </p:txBody>
      </p:sp>
      <p:sp>
        <p:nvSpPr>
          <p:cNvPr id="5" name="Placeholder 1"/>
          <p:cNvSpPr txBox="1"/>
          <p:nvPr>
            <p:ph type="body" idx="1"/>
          </p:nvPr>
        </p:nvSpPr>
        <p:spPr>
          <a:xfrm>
            <a:off x="594360" y="1508760"/>
            <a:ext cx="10698480" cy="685800"/>
          </a:xfrm>
          <a:prstGeom prst="rect">
            <a:avLst/>
          </a:prstGeom>
          <a:noFill/>
        </p:spPr>
        <p:txBody>
          <a:bodyPr wrap="square" lIns="0" rIns="0" tIns="0" bIns="0">
            <a:spAutoFit/>
          </a:bodyPr>
          <a:lstStyle/>
          <a:p>
            <a:pPr>
              <a:lnSpc>
                <a:spcPct val="112000"/>
              </a:lnSpc>
              <a:spcAft>
                <a:spcPts val="1200"/>
              </a:spcAft>
              <a:defRPr sz="1900" b="0">
                <a:solidFill>
                  <a:srgbClr val="030B20"/>
                </a:solidFill>
                <a:latin typeface="Inter"/>
              </a:defRPr>
            </a:pPr>
            <a:r>
              <a:t>[Explain why this matters to the audience]</a:t>
            </a:r>
          </a:p>
        </p:txBody>
      </p:sp>
      <p:sp>
        <p:nvSpPr>
          <p:cNvPr id="6" name="Placeholder 2"/>
          <p:cNvSpPr txBox="1"/>
          <p:nvPr>
            <p:ph type="body" idx="2"/>
          </p:nvPr>
        </p:nvSpPr>
        <p:spPr>
          <a:xfrm>
            <a:off x="777240" y="2606040"/>
            <a:ext cx="10332720" cy="2651760"/>
          </a:xfrm>
          <a:prstGeom prst="rect">
            <a:avLst/>
          </a:prstGeom>
          <a:noFill/>
        </p:spPr>
        <p:txBody>
          <a:bodyPr wrap="square" lIns="0" rIns="0" tIns="0" bIns="0">
            <a:spAutoFit/>
          </a:bodyPr>
          <a:lstStyle/>
          <a:p>
            <a:pPr>
              <a:lnSpc>
                <a:spcPct val="112000"/>
              </a:lnSpc>
              <a:spcAft>
                <a:spcPts val="1200"/>
              </a:spcAft>
              <a:defRPr sz="2700" b="0">
                <a:solidFill>
                  <a:srgbClr val="030B20"/>
                </a:solidFill>
                <a:latin typeface="Inter"/>
              </a:defRPr>
            </a:pPr>
            <a:r>
              <a:t>[First idea — one concise sentence]</a:t>
            </a:r>
          </a:p>
          <a:p>
            <a:pPr>
              <a:lnSpc>
                <a:spcPct val="112000"/>
              </a:lnSpc>
              <a:spcAft>
                <a:spcPts val="1200"/>
              </a:spcAft>
              <a:defRPr sz="2700" b="0">
                <a:solidFill>
                  <a:srgbClr val="030B20"/>
                </a:solidFill>
                <a:latin typeface="Inter"/>
              </a:defRPr>
            </a:pPr>
            <a:r>
              <a:t>[Second idea — one concise sentence]</a:t>
            </a:r>
          </a:p>
          <a:p>
            <a:pPr>
              <a:lnSpc>
                <a:spcPct val="112000"/>
              </a:lnSpc>
              <a:spcAft>
                <a:spcPts val="1200"/>
              </a:spcAft>
              <a:defRPr sz="2700" b="0">
                <a:solidFill>
                  <a:srgbClr val="030B20"/>
                </a:solidFill>
                <a:latin typeface="Inter"/>
              </a:defRPr>
            </a:pPr>
            <a:r>
              <a:t>[Third idea — one concise sentence]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FFFEFA"/>
        </a:solidFill>
        <a:effectLst/>
      </p:bgPr>
    </p:bg>
    <p:spTree>
      <p:nvGrpSpPr>
        <p:cNvPr id="1" name=""/>
        <p:cNvGrpSpPr/>
        <p:nvPr/>
      </p:nvGrpSpPr>
      <p:grpSpPr/>
      <p:sp>
        <p:nvSpPr>
          <p:cNvPr id="4" name="Placeholder 0"/>
          <p:cNvSpPr txBox="1"/>
          <p:nvPr>
            <p:ph type="title" idx="0"/>
          </p:nvPr>
        </p:nvSpPr>
        <p:spPr>
          <a:xfrm>
            <a:off x="594360" y="502920"/>
            <a:ext cx="10972800" cy="1005840"/>
          </a:xfrm>
          <a:prstGeom prst="rect">
            <a:avLst/>
          </a:prstGeom>
          <a:noFill/>
        </p:spPr>
        <p:txBody>
          <a:bodyPr wrap="square" lIns="0" rIns="0" tIns="0" bIns="0">
            <a:spAutoFit/>
          </a:bodyPr>
          <a:lstStyle/>
          <a:p>
            <a:pPr>
              <a:lnSpc>
                <a:spcPct val="112000"/>
              </a:lnSpc>
              <a:spcAft>
                <a:spcPts val="1200"/>
              </a:spcAft>
              <a:defRPr sz="3600" b="1">
                <a:solidFill>
                  <a:srgbClr val="082952"/>
                </a:solidFill>
                <a:latin typeface="Inter"/>
              </a:defRPr>
            </a:pPr>
            <a:r>
              <a:t>[Compare two ideas]</a:t>
            </a:r>
          </a:p>
        </p:txBody>
      </p:sp>
      <p:sp>
        <p:nvSpPr>
          <p:cNvPr id="5" name="Placeholder 1"/>
          <p:cNvSpPr txBox="1"/>
          <p:nvPr>
            <p:ph type="body" idx="1"/>
          </p:nvPr>
        </p:nvSpPr>
        <p:spPr>
          <a:xfrm>
            <a:off x="640080" y="1874519"/>
            <a:ext cx="5074920" cy="548640"/>
          </a:xfrm>
          <a:prstGeom prst="rect">
            <a:avLst/>
          </a:prstGeom>
          <a:noFill/>
        </p:spPr>
        <p:txBody>
          <a:bodyPr wrap="square" lIns="0" rIns="0" tIns="0" bIns="0">
            <a:spAutoFit/>
          </a:bodyPr>
          <a:lstStyle/>
          <a:p>
            <a:pPr>
              <a:lnSpc>
                <a:spcPct val="112000"/>
              </a:lnSpc>
              <a:spcAft>
                <a:spcPts val="1200"/>
              </a:spcAft>
              <a:defRPr sz="2600" b="1">
                <a:solidFill>
                  <a:srgbClr val="082952"/>
                </a:solidFill>
                <a:latin typeface="Inter"/>
              </a:defRPr>
            </a:pPr>
            <a:r>
              <a:t>[First perspective]</a:t>
            </a:r>
          </a:p>
        </p:txBody>
      </p:sp>
      <p:sp>
        <p:nvSpPr>
          <p:cNvPr id="6" name="Placeholder 2"/>
          <p:cNvSpPr txBox="1"/>
          <p:nvPr>
            <p:ph type="body" idx="2"/>
          </p:nvPr>
        </p:nvSpPr>
        <p:spPr>
          <a:xfrm>
            <a:off x="640080" y="2697480"/>
            <a:ext cx="4983480" cy="2560320"/>
          </a:xfrm>
          <a:prstGeom prst="rect">
            <a:avLst/>
          </a:prstGeom>
          <a:noFill/>
        </p:spPr>
        <p:txBody>
          <a:bodyPr wrap="square" lIns="0" rIns="0" tIns="0" bIns="0">
            <a:spAutoFit/>
          </a:bodyPr>
          <a:lstStyle/>
          <a:p>
            <a:pPr>
              <a:lnSpc>
                <a:spcPct val="112000"/>
              </a:lnSpc>
              <a:spcAft>
                <a:spcPts val="1200"/>
              </a:spcAft>
              <a:defRPr sz="2400" b="0">
                <a:solidFill>
                  <a:srgbClr val="030B20"/>
                </a:solidFill>
                <a:latin typeface="Inter"/>
              </a:defRPr>
            </a:pPr>
            <a:r>
              <a:t>[Explain the idea in 40 words or fewer. Keep sentences concrete and easy to read.]</a:t>
            </a:r>
          </a:p>
        </p:txBody>
      </p:sp>
      <p:sp>
        <p:nvSpPr>
          <p:cNvPr id="7" name="Placeholder 3"/>
          <p:cNvSpPr txBox="1"/>
          <p:nvPr>
            <p:ph type="body" idx="3"/>
          </p:nvPr>
        </p:nvSpPr>
        <p:spPr>
          <a:xfrm>
            <a:off x="6446520" y="1874519"/>
            <a:ext cx="5074920" cy="548640"/>
          </a:xfrm>
          <a:prstGeom prst="rect">
            <a:avLst/>
          </a:prstGeom>
          <a:noFill/>
        </p:spPr>
        <p:txBody>
          <a:bodyPr wrap="square" lIns="0" rIns="0" tIns="0" bIns="0">
            <a:spAutoFit/>
          </a:bodyPr>
          <a:lstStyle/>
          <a:p>
            <a:pPr>
              <a:lnSpc>
                <a:spcPct val="112000"/>
              </a:lnSpc>
              <a:spcAft>
                <a:spcPts val="1200"/>
              </a:spcAft>
              <a:defRPr sz="2600" b="1">
                <a:solidFill>
                  <a:srgbClr val="082952"/>
                </a:solidFill>
                <a:latin typeface="Inter"/>
              </a:defRPr>
            </a:pPr>
            <a:r>
              <a:t>[Second perspective]</a:t>
            </a:r>
          </a:p>
        </p:txBody>
      </p:sp>
      <p:sp>
        <p:nvSpPr>
          <p:cNvPr id="8" name="Placeholder 4"/>
          <p:cNvSpPr txBox="1"/>
          <p:nvPr>
            <p:ph type="body" idx="4"/>
          </p:nvPr>
        </p:nvSpPr>
        <p:spPr>
          <a:xfrm>
            <a:off x="6446520" y="2697480"/>
            <a:ext cx="4983480" cy="2560320"/>
          </a:xfrm>
          <a:prstGeom prst="rect">
            <a:avLst/>
          </a:prstGeom>
          <a:noFill/>
        </p:spPr>
        <p:txBody>
          <a:bodyPr wrap="square" lIns="0" rIns="0" tIns="0" bIns="0">
            <a:spAutoFit/>
          </a:bodyPr>
          <a:lstStyle/>
          <a:p>
            <a:pPr>
              <a:lnSpc>
                <a:spcPct val="112000"/>
              </a:lnSpc>
              <a:spcAft>
                <a:spcPts val="1200"/>
              </a:spcAft>
              <a:defRPr sz="2400" b="0">
                <a:solidFill>
                  <a:srgbClr val="030B20"/>
                </a:solidFill>
                <a:latin typeface="Inter"/>
              </a:defRPr>
            </a:pPr>
            <a:r>
              <a:t>[Explain the difference or consequence. Use the same level of detail as the first column.]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FFFEFA"/>
        </a:solidFill>
        <a:effectLst/>
      </p:bgPr>
    </p:bg>
    <p:spTree>
      <p:nvGrpSpPr>
        <p:cNvPr id="1" name=""/>
        <p:cNvGrpSpPr/>
        <p:nvPr/>
      </p:nvGrpSpPr>
      <p:grpSpPr/>
      <p:sp>
        <p:nvSpPr>
          <p:cNvPr id="4" name="Placeholder 0"/>
          <p:cNvSpPr txBox="1"/>
          <p:nvPr>
            <p:ph type="title" idx="0"/>
          </p:nvPr>
        </p:nvSpPr>
        <p:spPr>
          <a:xfrm>
            <a:off x="594360" y="502920"/>
            <a:ext cx="10972800" cy="1005840"/>
          </a:xfrm>
          <a:prstGeom prst="rect">
            <a:avLst/>
          </a:prstGeom>
          <a:noFill/>
        </p:spPr>
        <p:txBody>
          <a:bodyPr wrap="square" lIns="0" rIns="0" tIns="0" bIns="0">
            <a:spAutoFit/>
          </a:bodyPr>
          <a:lstStyle/>
          <a:p>
            <a:pPr>
              <a:lnSpc>
                <a:spcPct val="112000"/>
              </a:lnSpc>
              <a:spcAft>
                <a:spcPts val="1200"/>
              </a:spcAft>
              <a:defRPr sz="3600" b="1">
                <a:solidFill>
                  <a:srgbClr val="082952"/>
                </a:solidFill>
                <a:latin typeface="Inter"/>
              </a:defRPr>
            </a:pPr>
            <a:r>
              <a:t>[Make the place visible]</a:t>
            </a:r>
          </a:p>
        </p:txBody>
      </p:sp>
      <p:sp>
        <p:nvSpPr>
          <p:cNvPr id="6" name="Placeholder 1"/>
          <p:cNvSpPr txBox="1"/>
          <p:nvPr>
            <p:ph type="pic" idx="1"/>
          </p:nvPr>
        </p:nvSpPr>
        <p:spPr>
          <a:xfrm>
            <a:off x="914400" y="2834640"/>
            <a:ext cx="6035040" cy="1051560"/>
          </a:xfrm>
          <a:prstGeom prst="rect">
            <a:avLst/>
          </a:prstGeom>
          <a:noFill/>
        </p:spPr>
        <p:txBody>
          <a:bodyPr wrap="square" lIns="0" rIns="0" tIns="0" bIns="0">
            <a:spAutoFit/>
          </a:bodyPr>
          <a:lstStyle/>
          <a:p>
            <a:pPr>
              <a:lnSpc>
                <a:spcPct val="112000"/>
              </a:lnSpc>
              <a:spcAft>
                <a:spcPts val="1200"/>
              </a:spcAft>
              <a:defRPr sz="2600" b="1">
                <a:solidFill>
                  <a:srgbClr val="082952"/>
                </a:solidFill>
                <a:latin typeface="Inter"/>
              </a:defRPr>
            </a:pPr>
            <a:r>
              <a:t>[Insert a documentary photograph]</a:t>
            </a:r>
          </a:p>
        </p:txBody>
      </p:sp>
      <p:sp>
        <p:nvSpPr>
          <p:cNvPr id="7" name="Placeholder 2"/>
          <p:cNvSpPr txBox="1"/>
          <p:nvPr>
            <p:ph type="body" idx="2"/>
          </p:nvPr>
        </p:nvSpPr>
        <p:spPr>
          <a:xfrm>
            <a:off x="7772400" y="2011680"/>
            <a:ext cx="3749039" cy="1005840"/>
          </a:xfrm>
          <a:prstGeom prst="rect">
            <a:avLst/>
          </a:prstGeom>
          <a:noFill/>
        </p:spPr>
        <p:txBody>
          <a:bodyPr wrap="square" lIns="0" rIns="0" tIns="0" bIns="0">
            <a:spAutoFit/>
          </a:bodyPr>
          <a:lstStyle/>
          <a:p>
            <a:pPr>
              <a:lnSpc>
                <a:spcPct val="112000"/>
              </a:lnSpc>
              <a:spcAft>
                <a:spcPts val="1200"/>
              </a:spcAft>
              <a:defRPr sz="2700" b="1">
                <a:solidFill>
                  <a:srgbClr val="082952"/>
                </a:solidFill>
                <a:latin typeface="Inter"/>
              </a:defRPr>
            </a:pPr>
            <a:r>
              <a:t>[What should we notice?]</a:t>
            </a:r>
          </a:p>
        </p:txBody>
      </p:sp>
      <p:sp>
        <p:nvSpPr>
          <p:cNvPr id="8" name="Placeholder 3"/>
          <p:cNvSpPr txBox="1"/>
          <p:nvPr>
            <p:ph type="body" idx="3"/>
          </p:nvPr>
        </p:nvSpPr>
        <p:spPr>
          <a:xfrm>
            <a:off x="7772400" y="3246120"/>
            <a:ext cx="3749039" cy="2377440"/>
          </a:xfrm>
          <a:prstGeom prst="rect">
            <a:avLst/>
          </a:prstGeom>
          <a:noFill/>
        </p:spPr>
        <p:txBody>
          <a:bodyPr wrap="square" lIns="0" rIns="0" tIns="0" bIns="0">
            <a:spAutoFit/>
          </a:bodyPr>
          <a:lstStyle/>
          <a:p>
            <a:pPr>
              <a:lnSpc>
                <a:spcPct val="112000"/>
              </a:lnSpc>
              <a:spcAft>
                <a:spcPts val="1200"/>
              </a:spcAft>
              <a:defRPr sz="2200" b="0">
                <a:solidFill>
                  <a:srgbClr val="030B20"/>
                </a:solidFill>
                <a:latin typeface="Inter"/>
              </a:defRPr>
            </a:pPr>
            <a:r>
              <a:t>[Connect the image to the public purpose. Use real Lugano, civic spaces, workshops or people making and learning.]</a:t>
            </a:r>
          </a:p>
        </p:txBody>
      </p:sp>
      <p:sp>
        <p:nvSpPr>
          <p:cNvPr id="9" name="Placeholder 4"/>
          <p:cNvSpPr txBox="1"/>
          <p:nvPr>
            <p:ph type="body" idx="4"/>
          </p:nvPr>
        </p:nvSpPr>
        <p:spPr>
          <a:xfrm>
            <a:off x="640080" y="5852160"/>
            <a:ext cx="10515600" cy="320040"/>
          </a:xfrm>
          <a:prstGeom prst="rect">
            <a:avLst/>
          </a:prstGeom>
          <a:noFill/>
        </p:spPr>
        <p:txBody>
          <a:bodyPr wrap="square" lIns="0" rIns="0" tIns="0" bIns="0">
            <a:spAutoFit/>
          </a:bodyPr>
          <a:lstStyle/>
          <a:p>
            <a:pPr>
              <a:lnSpc>
                <a:spcPct val="112000"/>
              </a:lnSpc>
              <a:spcAft>
                <a:spcPts val="1200"/>
              </a:spcAft>
              <a:defRPr sz="1200" b="0">
                <a:solidFill>
                  <a:srgbClr val="030B20"/>
                </a:solidFill>
                <a:latin typeface="Inter"/>
              </a:defRPr>
            </a:pPr>
            <a:r>
              <a:t>[Photo credit / source / permission]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FFFEFA"/>
        </a:solidFill>
        <a:effectLst/>
      </p:bgPr>
    </p:bg>
    <p:spTree>
      <p:nvGrpSpPr>
        <p:cNvPr id="1" name=""/>
        <p:cNvGrpSpPr/>
        <p:nvPr/>
      </p:nvGrpSpPr>
      <p:grpSpPr/>
      <p:sp>
        <p:nvSpPr>
          <p:cNvPr id="4" name="Placeholder 0"/>
          <p:cNvSpPr txBox="1"/>
          <p:nvPr>
            <p:ph type="title" idx="0"/>
          </p:nvPr>
        </p:nvSpPr>
        <p:spPr>
          <a:xfrm>
            <a:off x="594360" y="502920"/>
            <a:ext cx="10972800" cy="1005840"/>
          </a:xfrm>
          <a:prstGeom prst="rect">
            <a:avLst/>
          </a:prstGeom>
          <a:noFill/>
        </p:spPr>
        <p:txBody>
          <a:bodyPr wrap="square" lIns="0" rIns="0" tIns="0" bIns="0">
            <a:spAutoFit/>
          </a:bodyPr>
          <a:lstStyle/>
          <a:p>
            <a:pPr>
              <a:lnSpc>
                <a:spcPct val="112000"/>
              </a:lnSpc>
              <a:spcAft>
                <a:spcPts val="1200"/>
              </a:spcAft>
              <a:defRPr sz="3600" b="1">
                <a:solidFill>
                  <a:srgbClr val="082952"/>
                </a:solidFill>
                <a:latin typeface="Inter"/>
              </a:defRPr>
            </a:pPr>
            <a:r>
              <a:t>[Say what the data shows]</a:t>
            </a:r>
          </a:p>
        </p:txBody>
      </p:sp>
      <p:sp>
        <p:nvSpPr>
          <p:cNvPr id="5" name="Placeholder 1"/>
          <p:cNvSpPr txBox="1"/>
          <p:nvPr>
            <p:ph type="body" idx="1"/>
          </p:nvPr>
        </p:nvSpPr>
        <p:spPr>
          <a:xfrm>
            <a:off x="594360" y="1508760"/>
            <a:ext cx="10698480" cy="685800"/>
          </a:xfrm>
          <a:prstGeom prst="rect">
            <a:avLst/>
          </a:prstGeom>
          <a:noFill/>
        </p:spPr>
        <p:txBody>
          <a:bodyPr wrap="square" lIns="0" rIns="0" tIns="0" bIns="0">
            <a:spAutoFit/>
          </a:bodyPr>
          <a:lstStyle/>
          <a:p>
            <a:pPr>
              <a:lnSpc>
                <a:spcPct val="112000"/>
              </a:lnSpc>
              <a:spcAft>
                <a:spcPts val="1200"/>
              </a:spcAft>
              <a:defRPr sz="1900" b="0">
                <a:solidFill>
                  <a:srgbClr val="030B20"/>
                </a:solidFill>
                <a:latin typeface="Inter"/>
              </a:defRPr>
            </a:pPr>
            <a:r>
              <a:t>[Unit, population and time period]</a:t>
            </a:r>
          </a:p>
        </p:txBody>
      </p:sp>
      <p:sp>
        <p:nvSpPr>
          <p:cNvPr id="7" name="Placeholder 3"/>
          <p:cNvSpPr txBox="1"/>
          <p:nvPr>
            <p:ph type="body" idx="3"/>
          </p:nvPr>
        </p:nvSpPr>
        <p:spPr>
          <a:xfrm>
            <a:off x="8229600" y="2423160"/>
            <a:ext cx="3291840" cy="777240"/>
          </a:xfrm>
          <a:prstGeom prst="rect">
            <a:avLst/>
          </a:prstGeom>
          <a:noFill/>
        </p:spPr>
        <p:txBody>
          <a:bodyPr wrap="square" lIns="0" rIns="0" tIns="0" bIns="0">
            <a:spAutoFit/>
          </a:bodyPr>
          <a:lstStyle/>
          <a:p>
            <a:pPr>
              <a:lnSpc>
                <a:spcPct val="112000"/>
              </a:lnSpc>
              <a:spcAft>
                <a:spcPts val="1200"/>
              </a:spcAft>
              <a:defRPr sz="2700" b="1">
                <a:solidFill>
                  <a:srgbClr val="082952"/>
                </a:solidFill>
                <a:latin typeface="Inter"/>
              </a:defRPr>
            </a:pPr>
            <a:r>
              <a:t>[The takeaway]</a:t>
            </a:r>
          </a:p>
        </p:txBody>
      </p:sp>
      <p:sp>
        <p:nvSpPr>
          <p:cNvPr id="8" name="Placeholder 4"/>
          <p:cNvSpPr txBox="1"/>
          <p:nvPr>
            <p:ph type="body" idx="4"/>
          </p:nvPr>
        </p:nvSpPr>
        <p:spPr>
          <a:xfrm>
            <a:off x="8229600" y="3429000"/>
            <a:ext cx="3291840" cy="1920240"/>
          </a:xfrm>
          <a:prstGeom prst="rect">
            <a:avLst/>
          </a:prstGeom>
          <a:noFill/>
        </p:spPr>
        <p:txBody>
          <a:bodyPr wrap="square" lIns="0" rIns="0" tIns="0" bIns="0">
            <a:spAutoFit/>
          </a:bodyPr>
          <a:lstStyle/>
          <a:p>
            <a:pPr>
              <a:lnSpc>
                <a:spcPct val="112000"/>
              </a:lnSpc>
              <a:spcAft>
                <a:spcPts val="1200"/>
              </a:spcAft>
              <a:defRPr sz="2200" b="0">
                <a:solidFill>
                  <a:srgbClr val="030B20"/>
                </a:solidFill>
                <a:latin typeface="Inter"/>
              </a:defRPr>
            </a:pPr>
            <a:r>
              <a:t>[Explain the implication and the limits of the evidence.]</a:t>
            </a:r>
          </a:p>
        </p:txBody>
      </p:sp>
      <p:sp>
        <p:nvSpPr>
          <p:cNvPr id="9" name="Placeholder 5"/>
          <p:cNvSpPr txBox="1"/>
          <p:nvPr>
            <p:ph type="body" idx="5"/>
          </p:nvPr>
        </p:nvSpPr>
        <p:spPr>
          <a:xfrm>
            <a:off x="640080" y="5897880"/>
            <a:ext cx="10881360" cy="320040"/>
          </a:xfrm>
          <a:prstGeom prst="rect">
            <a:avLst/>
          </a:prstGeom>
          <a:noFill/>
        </p:spPr>
        <p:txBody>
          <a:bodyPr wrap="square" lIns="0" rIns="0" tIns="0" bIns="0">
            <a:spAutoFit/>
          </a:bodyPr>
          <a:lstStyle/>
          <a:p>
            <a:pPr>
              <a:lnSpc>
                <a:spcPct val="112000"/>
              </a:lnSpc>
              <a:spcAft>
                <a:spcPts val="1200"/>
              </a:spcAft>
              <a:defRPr sz="1200" b="0">
                <a:solidFill>
                  <a:srgbClr val="030B20"/>
                </a:solidFill>
                <a:latin typeface="Inter"/>
              </a:defRPr>
            </a:pPr>
            <a:r>
              <a:t>ILLUSTRATIVE DATA ONLY · Replace values and add a source before presenting.</a:t>
            </a:r>
          </a:p>
        </p:txBody>
      </p:sp>
      <p:graphicFrame>
        <p:nvGraphicFramePr>
          <p:cNvPr id="10" name="Chart 9"/>
          <p:cNvGraphicFramePr>
            <a:graphicFrameLocks noGrp="1"/>
          </p:cNvGraphicFramePr>
          <p:nvPr/>
        </p:nvGraphicFramePr>
        <p:xfrm>
          <a:off x="685800" y="2423160"/>
          <a:ext cx="7132320" cy="3246120"/>
        </p:xfrm>
        <a:graphic>
          <a:graphicData uri="http://schemas.openxmlformats.org/drawingml/2006/chart">
            <c:chart xmlns:c="http://schemas.openxmlformats.org/drawingml/2006/chart" r:id="rId3"/>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FFFEFA"/>
        </a:solidFill>
        <a:effectLst/>
      </p:bgPr>
    </p:bg>
    <p:spTree>
      <p:nvGrpSpPr>
        <p:cNvPr id="1" name=""/>
        <p:cNvGrpSpPr/>
        <p:nvPr/>
      </p:nvGrpSpPr>
      <p:grpSpPr/>
      <p:sp>
        <p:nvSpPr>
          <p:cNvPr id="4" name="Placeholder 0"/>
          <p:cNvSpPr txBox="1"/>
          <p:nvPr>
            <p:ph type="title" idx="0"/>
          </p:nvPr>
        </p:nvSpPr>
        <p:spPr>
          <a:xfrm>
            <a:off x="594360" y="502920"/>
            <a:ext cx="10972800" cy="1005840"/>
          </a:xfrm>
          <a:prstGeom prst="rect">
            <a:avLst/>
          </a:prstGeom>
          <a:noFill/>
        </p:spPr>
        <p:txBody>
          <a:bodyPr wrap="square" lIns="0" rIns="0" tIns="0" bIns="0">
            <a:spAutoFit/>
          </a:bodyPr>
          <a:lstStyle/>
          <a:p>
            <a:pPr>
              <a:lnSpc>
                <a:spcPct val="112000"/>
              </a:lnSpc>
              <a:spcAft>
                <a:spcPts val="1200"/>
              </a:spcAft>
              <a:defRPr sz="3600" b="1">
                <a:solidFill>
                  <a:srgbClr val="082952"/>
                </a:solidFill>
                <a:latin typeface="Inter"/>
              </a:defRPr>
            </a:pPr>
            <a:r>
              <a:t>[Make a decision easier]</a:t>
            </a:r>
          </a:p>
        </p:txBody>
      </p:sp>
      <p:sp>
        <p:nvSpPr>
          <p:cNvPr id="5" name="Placeholder 1"/>
          <p:cNvSpPr txBox="1"/>
          <p:nvPr>
            <p:ph type="body" idx="1"/>
          </p:nvPr>
        </p:nvSpPr>
        <p:spPr>
          <a:xfrm>
            <a:off x="594360" y="1508760"/>
            <a:ext cx="10698480" cy="685800"/>
          </a:xfrm>
          <a:prstGeom prst="rect">
            <a:avLst/>
          </a:prstGeom>
          <a:noFill/>
        </p:spPr>
        <p:txBody>
          <a:bodyPr wrap="square" lIns="0" rIns="0" tIns="0" bIns="0">
            <a:spAutoFit/>
          </a:bodyPr>
          <a:lstStyle/>
          <a:p>
            <a:pPr>
              <a:lnSpc>
                <a:spcPct val="112000"/>
              </a:lnSpc>
              <a:spcAft>
                <a:spcPts val="1200"/>
              </a:spcAft>
              <a:defRPr sz="1900" b="0">
                <a:solidFill>
                  <a:srgbClr val="030B20"/>
                </a:solidFill>
                <a:latin typeface="Inter"/>
              </a:defRPr>
            </a:pPr>
            <a:r>
              <a:t>[Explain what the comparison includes]</a:t>
            </a:r>
          </a:p>
        </p:txBody>
      </p:sp>
      <p:sp>
        <p:nvSpPr>
          <p:cNvPr id="7" name="Placeholder 3"/>
          <p:cNvSpPr txBox="1"/>
          <p:nvPr>
            <p:ph type="body" idx="3"/>
          </p:nvPr>
        </p:nvSpPr>
        <p:spPr>
          <a:xfrm>
            <a:off x="640080" y="5806440"/>
            <a:ext cx="10881360" cy="365760"/>
          </a:xfrm>
          <a:prstGeom prst="rect">
            <a:avLst/>
          </a:prstGeom>
          <a:noFill/>
        </p:spPr>
        <p:txBody>
          <a:bodyPr wrap="square" lIns="0" rIns="0" tIns="0" bIns="0">
            <a:spAutoFit/>
          </a:bodyPr>
          <a:lstStyle/>
          <a:p>
            <a:pPr>
              <a:lnSpc>
                <a:spcPct val="112000"/>
              </a:lnSpc>
              <a:spcAft>
                <a:spcPts val="1200"/>
              </a:spcAft>
              <a:defRPr sz="1300" b="0">
                <a:solidFill>
                  <a:srgbClr val="030B20"/>
                </a:solidFill>
                <a:latin typeface="Inter"/>
              </a:defRPr>
            </a:pPr>
            <a:r>
              <a:t>[Source / definitions / caveat]</a:t>
            </a:r>
          </a:p>
        </p:txBody>
      </p:sp>
      <p:graphicFrame>
        <p:nvGraphicFramePr>
          <p:cNvPr id="8" name="Table 7"/>
          <p:cNvGraphicFramePr>
            <a:graphicFrameLocks noGrp="1"/>
          </p:cNvGraphicFramePr>
          <p:nvPr/>
        </p:nvGraphicFramePr>
        <p:xfrm>
          <a:off x="640080" y="2331720"/>
          <a:ext cx="10927080" cy="3108960"/>
        </p:xfrm>
        <a:graphic>
          <a:graphicData uri="http://schemas.openxmlformats.org/drawingml/2006/table">
            <a:tbl>
              <a:tblPr firstRow="1" bandRow="1">
                <a:tableStyleId>{5C22544A-7EE6-4342-B048-85BDC9FD1C3A}</a:tableStyleId>
              </a:tblPr>
              <a:tblGrid>
                <a:gridCol w="3642360"/>
                <a:gridCol w="3642360"/>
                <a:gridCol w="3642360"/>
              </a:tblGrid>
              <a:tr h="777240">
                <a:tc>
                  <a:txBody>
                    <a:bodyPr/>
                    <a:lstStyle/>
                    <a:p>
                      <a:pPr>
                        <a:defRPr sz="2000" b="1">
                          <a:solidFill>
                            <a:srgbClr val="FFFEFA"/>
                          </a:solidFill>
                          <a:latin typeface="Inter"/>
                        </a:defRPr>
                      </a:pPr>
                      <a:r>
                        <a:t>[Option]</a:t>
                      </a:r>
                    </a:p>
                  </a:txBody>
                  <a:tcPr marL="164592" marT="128016">
                    <a:solidFill>
                      <a:srgbClr val="082952"/>
                    </a:solidFill>
                  </a:tcPr>
                </a:tc>
                <a:tc>
                  <a:txBody>
                    <a:bodyPr/>
                    <a:lstStyle/>
                    <a:p>
                      <a:pPr>
                        <a:defRPr sz="2000" b="1">
                          <a:solidFill>
                            <a:srgbClr val="FFFEFA"/>
                          </a:solidFill>
                          <a:latin typeface="Inter"/>
                        </a:defRPr>
                      </a:pPr>
                      <a:r>
                        <a:t>[Public benefit]</a:t>
                      </a:r>
                    </a:p>
                  </a:txBody>
                  <a:tcPr marL="164592" marT="128016">
                    <a:solidFill>
                      <a:srgbClr val="082952"/>
                    </a:solidFill>
                  </a:tcPr>
                </a:tc>
                <a:tc>
                  <a:txBody>
                    <a:bodyPr/>
                    <a:lstStyle/>
                    <a:p>
                      <a:pPr>
                        <a:defRPr sz="2000" b="1">
                          <a:solidFill>
                            <a:srgbClr val="FFFEFA"/>
                          </a:solidFill>
                          <a:latin typeface="Inter"/>
                        </a:defRPr>
                      </a:pPr>
                      <a:r>
                        <a:t>[Consideration]</a:t>
                      </a:r>
                    </a:p>
                  </a:txBody>
                  <a:tcPr marL="164592" marT="128016">
                    <a:solidFill>
                      <a:srgbClr val="082952"/>
                    </a:solidFill>
                  </a:tcPr>
                </a:tc>
              </a:tr>
              <a:tr h="777240">
                <a:tc>
                  <a:txBody>
                    <a:bodyPr/>
                    <a:lstStyle/>
                    <a:p>
                      <a:pPr>
                        <a:defRPr sz="2000" b="0">
                          <a:solidFill>
                            <a:srgbClr val="030B20"/>
                          </a:solidFill>
                          <a:latin typeface="Inter"/>
                        </a:defRPr>
                      </a:pPr>
                      <a:r>
                        <a:t>[Option A]</a:t>
                      </a:r>
                    </a:p>
                  </a:txBody>
                  <a:tcPr marL="164592" marT="128016">
                    <a:solidFill>
                      <a:srgbClr val="F3F9FF"/>
                    </a:solidFill>
                  </a:tcPr>
                </a:tc>
                <a:tc>
                  <a:txBody>
                    <a:bodyPr/>
                    <a:lstStyle/>
                    <a:p>
                      <a:pPr>
                        <a:defRPr sz="2000" b="0">
                          <a:solidFill>
                            <a:srgbClr val="030B20"/>
                          </a:solidFill>
                          <a:latin typeface="Inter"/>
                        </a:defRPr>
                      </a:pPr>
                      <a:r>
                        <a:t>[Benefit]</a:t>
                      </a:r>
                    </a:p>
                  </a:txBody>
                  <a:tcPr marL="164592" marT="128016">
                    <a:solidFill>
                      <a:srgbClr val="F3F9FF"/>
                    </a:solidFill>
                  </a:tcPr>
                </a:tc>
                <a:tc>
                  <a:txBody>
                    <a:bodyPr/>
                    <a:lstStyle/>
                    <a:p>
                      <a:pPr>
                        <a:defRPr sz="2000" b="0">
                          <a:solidFill>
                            <a:srgbClr val="030B20"/>
                          </a:solidFill>
                          <a:latin typeface="Inter"/>
                        </a:defRPr>
                      </a:pPr>
                      <a:r>
                        <a:t>[Constraint]</a:t>
                      </a:r>
                    </a:p>
                  </a:txBody>
                  <a:tcPr marL="164592" marT="128016">
                    <a:solidFill>
                      <a:srgbClr val="F3F9FF"/>
                    </a:solidFill>
                  </a:tcPr>
                </a:tc>
              </a:tr>
              <a:tr h="777240">
                <a:tc>
                  <a:txBody>
                    <a:bodyPr/>
                    <a:lstStyle/>
                    <a:p>
                      <a:pPr>
                        <a:defRPr sz="2000" b="0">
                          <a:solidFill>
                            <a:srgbClr val="030B20"/>
                          </a:solidFill>
                          <a:latin typeface="Inter"/>
                        </a:defRPr>
                      </a:pPr>
                      <a:r>
                        <a:t>[Option B]</a:t>
                      </a:r>
                    </a:p>
                  </a:txBody>
                  <a:tcPr marL="164592" marT="128016">
                    <a:solidFill>
                      <a:srgbClr val="FFFEFA"/>
                    </a:solidFill>
                  </a:tcPr>
                </a:tc>
                <a:tc>
                  <a:txBody>
                    <a:bodyPr/>
                    <a:lstStyle/>
                    <a:p>
                      <a:pPr>
                        <a:defRPr sz="2000" b="0">
                          <a:solidFill>
                            <a:srgbClr val="030B20"/>
                          </a:solidFill>
                          <a:latin typeface="Inter"/>
                        </a:defRPr>
                      </a:pPr>
                      <a:r>
                        <a:t>[Benefit]</a:t>
                      </a:r>
                    </a:p>
                  </a:txBody>
                  <a:tcPr marL="164592" marT="128016">
                    <a:solidFill>
                      <a:srgbClr val="FFFEFA"/>
                    </a:solidFill>
                  </a:tcPr>
                </a:tc>
                <a:tc>
                  <a:txBody>
                    <a:bodyPr/>
                    <a:lstStyle/>
                    <a:p>
                      <a:pPr>
                        <a:defRPr sz="2000" b="0">
                          <a:solidFill>
                            <a:srgbClr val="030B20"/>
                          </a:solidFill>
                          <a:latin typeface="Inter"/>
                        </a:defRPr>
                      </a:pPr>
                      <a:r>
                        <a:t>[Constraint]</a:t>
                      </a:r>
                    </a:p>
                  </a:txBody>
                  <a:tcPr marL="164592" marT="128016">
                    <a:solidFill>
                      <a:srgbClr val="FFFEFA"/>
                    </a:solidFill>
                  </a:tcPr>
                </a:tc>
              </a:tr>
              <a:tr h="777240">
                <a:tc>
                  <a:txBody>
                    <a:bodyPr/>
                    <a:lstStyle/>
                    <a:p>
                      <a:pPr>
                        <a:defRPr sz="2000" b="0">
                          <a:solidFill>
                            <a:srgbClr val="030B20"/>
                          </a:solidFill>
                          <a:latin typeface="Inter"/>
                        </a:defRPr>
                      </a:pPr>
                      <a:r>
                        <a:t>[Option C]</a:t>
                      </a:r>
                    </a:p>
                  </a:txBody>
                  <a:tcPr marL="164592" marT="128016">
                    <a:solidFill>
                      <a:srgbClr val="F3F9FF"/>
                    </a:solidFill>
                  </a:tcPr>
                </a:tc>
                <a:tc>
                  <a:txBody>
                    <a:bodyPr/>
                    <a:lstStyle/>
                    <a:p>
                      <a:pPr>
                        <a:defRPr sz="2000" b="0">
                          <a:solidFill>
                            <a:srgbClr val="030B20"/>
                          </a:solidFill>
                          <a:latin typeface="Inter"/>
                        </a:defRPr>
                      </a:pPr>
                      <a:r>
                        <a:t>[Benefit]</a:t>
                      </a:r>
                    </a:p>
                  </a:txBody>
                  <a:tcPr marL="164592" marT="128016">
                    <a:solidFill>
                      <a:srgbClr val="F3F9FF"/>
                    </a:solidFill>
                  </a:tcPr>
                </a:tc>
                <a:tc>
                  <a:txBody>
                    <a:bodyPr/>
                    <a:lstStyle/>
                    <a:p>
                      <a:pPr>
                        <a:defRPr sz="2000" b="0">
                          <a:solidFill>
                            <a:srgbClr val="030B20"/>
                          </a:solidFill>
                          <a:latin typeface="Inter"/>
                        </a:defRPr>
                      </a:pPr>
                      <a:r>
                        <a:t>[Constraint]</a:t>
                      </a:r>
                    </a:p>
                  </a:txBody>
                  <a:tcPr marL="164592" marT="128016">
                    <a:solidFill>
                      <a:srgbClr val="F3F9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FFFEFA"/>
        </a:solidFill>
        <a:effectLst/>
      </p:bgPr>
    </p:bg>
    <p:spTree>
      <p:nvGrpSpPr>
        <p:cNvPr id="1" name=""/>
        <p:cNvGrpSpPr/>
        <p:nvPr/>
      </p:nvGrpSpPr>
      <p:grpSpPr/>
      <p:sp>
        <p:nvSpPr>
          <p:cNvPr id="4" name="Placeholder 0"/>
          <p:cNvSpPr txBox="1"/>
          <p:nvPr>
            <p:ph type="title" idx="0"/>
          </p:nvPr>
        </p:nvSpPr>
        <p:spPr>
          <a:xfrm>
            <a:off x="777240" y="1463040"/>
            <a:ext cx="10332720" cy="2651760"/>
          </a:xfrm>
          <a:prstGeom prst="rect">
            <a:avLst/>
          </a:prstGeom>
          <a:noFill/>
        </p:spPr>
        <p:txBody>
          <a:bodyPr wrap="square" lIns="0" rIns="0" tIns="0" bIns="0">
            <a:spAutoFit/>
          </a:bodyPr>
          <a:lstStyle/>
          <a:p>
            <a:pPr>
              <a:lnSpc>
                <a:spcPct val="112000"/>
              </a:lnSpc>
              <a:spcAft>
                <a:spcPts val="1200"/>
              </a:spcAft>
              <a:defRPr sz="4200" b="1">
                <a:solidFill>
                  <a:srgbClr val="082952"/>
                </a:solidFill>
                <a:latin typeface="Inter"/>
              </a:defRPr>
            </a:pPr>
            <a:r>
              <a:t>[A short quotation,</a:t>
            </a:r>
          </a:p>
          <a:p>
            <a:pPr>
              <a:lnSpc>
                <a:spcPct val="112000"/>
              </a:lnSpc>
              <a:spcAft>
                <a:spcPts val="1200"/>
              </a:spcAft>
              <a:defRPr sz="4200" b="1">
                <a:solidFill>
                  <a:srgbClr val="082952"/>
                </a:solidFill>
                <a:latin typeface="Inter"/>
              </a:defRPr>
            </a:pPr>
            <a:r>
              <a:t>accurately attributed.]</a:t>
            </a:r>
          </a:p>
        </p:txBody>
      </p:sp>
      <p:sp>
        <p:nvSpPr>
          <p:cNvPr id="5" name="Placeholder 1"/>
          <p:cNvSpPr txBox="1"/>
          <p:nvPr>
            <p:ph type="body" idx="1"/>
          </p:nvPr>
        </p:nvSpPr>
        <p:spPr>
          <a:xfrm>
            <a:off x="822960" y="4572000"/>
            <a:ext cx="9784080" cy="1005840"/>
          </a:xfrm>
          <a:prstGeom prst="rect">
            <a:avLst/>
          </a:prstGeom>
          <a:noFill/>
        </p:spPr>
        <p:txBody>
          <a:bodyPr wrap="square" lIns="0" rIns="0" tIns="0" bIns="0">
            <a:spAutoFit/>
          </a:bodyPr>
          <a:lstStyle/>
          <a:p>
            <a:pPr>
              <a:lnSpc>
                <a:spcPct val="112000"/>
              </a:lnSpc>
              <a:spcAft>
                <a:spcPts val="1200"/>
              </a:spcAft>
              <a:defRPr sz="2000" b="0">
                <a:solidFill>
                  <a:srgbClr val="030B20"/>
                </a:solidFill>
                <a:latin typeface="Inter"/>
              </a:defRPr>
            </a:pPr>
            <a:r>
              <a:t>[Speaker / role]</a:t>
            </a:r>
          </a:p>
          <a:p>
            <a:pPr>
              <a:lnSpc>
                <a:spcPct val="112000"/>
              </a:lnSpc>
              <a:spcAft>
                <a:spcPts val="1200"/>
              </a:spcAft>
              <a:defRPr sz="2000" b="0">
                <a:solidFill>
                  <a:srgbClr val="030B20"/>
                </a:solidFill>
                <a:latin typeface="Inter"/>
              </a:defRPr>
            </a:pPr>
            <a:r>
              <a:t>[Source · date]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FFFEFA"/>
        </a:solidFill>
        <a:effectLst/>
      </p:bgPr>
    </p:bg>
    <p:spTree>
      <p:nvGrpSpPr>
        <p:cNvPr id="1" name=""/>
        <p:cNvGrpSpPr/>
        <p:nvPr/>
      </p:nvGrpSpPr>
      <p:grpSpPr/>
      <p:sp>
        <p:nvSpPr>
          <p:cNvPr id="4" name="Placeholder 0"/>
          <p:cNvSpPr txBox="1"/>
          <p:nvPr>
            <p:ph type="title" idx="0"/>
          </p:nvPr>
        </p:nvSpPr>
        <p:spPr>
          <a:xfrm>
            <a:off x="594360" y="502920"/>
            <a:ext cx="10972800" cy="1005840"/>
          </a:xfrm>
          <a:prstGeom prst="rect">
            <a:avLst/>
          </a:prstGeom>
          <a:noFill/>
        </p:spPr>
        <p:txBody>
          <a:bodyPr wrap="square" lIns="0" rIns="0" tIns="0" bIns="0">
            <a:spAutoFit/>
          </a:bodyPr>
          <a:lstStyle/>
          <a:p>
            <a:pPr>
              <a:lnSpc>
                <a:spcPct val="112000"/>
              </a:lnSpc>
              <a:spcAft>
                <a:spcPts val="1200"/>
              </a:spcAft>
              <a:defRPr sz="3600" b="1">
                <a:solidFill>
                  <a:srgbClr val="082952"/>
                </a:solidFill>
                <a:latin typeface="Inter"/>
              </a:defRPr>
            </a:pPr>
            <a:r>
              <a:t>[What happens next?]</a:t>
            </a:r>
          </a:p>
        </p:txBody>
      </p:sp>
      <p:sp>
        <p:nvSpPr>
          <p:cNvPr id="5" name="Placeholder 1"/>
          <p:cNvSpPr txBox="1"/>
          <p:nvPr>
            <p:ph type="body" idx="1"/>
          </p:nvPr>
        </p:nvSpPr>
        <p:spPr>
          <a:xfrm>
            <a:off x="640080" y="2057400"/>
            <a:ext cx="3383280" cy="685800"/>
          </a:xfrm>
          <a:prstGeom prst="rect">
            <a:avLst/>
          </a:prstGeom>
          <a:noFill/>
        </p:spPr>
        <p:txBody>
          <a:bodyPr wrap="square" lIns="0" rIns="0" tIns="0" bIns="0">
            <a:spAutoFit/>
          </a:bodyPr>
          <a:lstStyle/>
          <a:p>
            <a:pPr>
              <a:lnSpc>
                <a:spcPct val="112000"/>
              </a:lnSpc>
              <a:spcAft>
                <a:spcPts val="1200"/>
              </a:spcAft>
              <a:defRPr sz="2800" b="1">
                <a:solidFill>
                  <a:srgbClr val="082952"/>
                </a:solidFill>
                <a:latin typeface="Inter"/>
              </a:defRPr>
            </a:pPr>
            <a:r>
              <a:t>[Learn]</a:t>
            </a:r>
          </a:p>
        </p:txBody>
      </p:sp>
      <p:sp>
        <p:nvSpPr>
          <p:cNvPr id="6" name="Placeholder 2"/>
          <p:cNvSpPr txBox="1"/>
          <p:nvPr>
            <p:ph type="body" idx="2"/>
          </p:nvPr>
        </p:nvSpPr>
        <p:spPr>
          <a:xfrm>
            <a:off x="640080" y="3108960"/>
            <a:ext cx="3337560" cy="1920240"/>
          </a:xfrm>
          <a:prstGeom prst="rect">
            <a:avLst/>
          </a:prstGeom>
          <a:noFill/>
        </p:spPr>
        <p:txBody>
          <a:bodyPr wrap="square" lIns="0" rIns="0" tIns="0" bIns="0">
            <a:spAutoFit/>
          </a:bodyPr>
          <a:lstStyle/>
          <a:p>
            <a:pPr>
              <a:lnSpc>
                <a:spcPct val="112000"/>
              </a:lnSpc>
              <a:spcAft>
                <a:spcPts val="1200"/>
              </a:spcAft>
              <a:defRPr sz="2300" b="0">
                <a:solidFill>
                  <a:srgbClr val="030B20"/>
                </a:solidFill>
                <a:latin typeface="Inter"/>
              </a:defRPr>
            </a:pPr>
            <a:r>
              <a:t>[Concrete next action]</a:t>
            </a:r>
          </a:p>
          <a:p>
            <a:pPr>
              <a:lnSpc>
                <a:spcPct val="112000"/>
              </a:lnSpc>
              <a:spcAft>
                <a:spcPts val="1200"/>
              </a:spcAft>
              <a:defRPr sz="2300" b="0">
                <a:solidFill>
                  <a:srgbClr val="030B20"/>
                </a:solidFill>
                <a:latin typeface="Inter"/>
              </a:defRPr>
            </a:pPr>
            <a:r>
              <a:t>[Owner · timing]</a:t>
            </a:r>
          </a:p>
        </p:txBody>
      </p:sp>
      <p:sp>
        <p:nvSpPr>
          <p:cNvPr id="7" name="Placeholder 3"/>
          <p:cNvSpPr txBox="1"/>
          <p:nvPr>
            <p:ph type="body" idx="3"/>
          </p:nvPr>
        </p:nvSpPr>
        <p:spPr>
          <a:xfrm>
            <a:off x="4434840" y="2057400"/>
            <a:ext cx="3383280" cy="685800"/>
          </a:xfrm>
          <a:prstGeom prst="rect">
            <a:avLst/>
          </a:prstGeom>
          <a:noFill/>
        </p:spPr>
        <p:txBody>
          <a:bodyPr wrap="square" lIns="0" rIns="0" tIns="0" bIns="0">
            <a:spAutoFit/>
          </a:bodyPr>
          <a:lstStyle/>
          <a:p>
            <a:pPr>
              <a:lnSpc>
                <a:spcPct val="112000"/>
              </a:lnSpc>
              <a:spcAft>
                <a:spcPts val="1200"/>
              </a:spcAft>
              <a:defRPr sz="2800" b="1">
                <a:solidFill>
                  <a:srgbClr val="082952"/>
                </a:solidFill>
                <a:latin typeface="Inter"/>
              </a:defRPr>
            </a:pPr>
            <a:r>
              <a:t>[Test]</a:t>
            </a:r>
          </a:p>
        </p:txBody>
      </p:sp>
      <p:sp>
        <p:nvSpPr>
          <p:cNvPr id="8" name="Placeholder 4"/>
          <p:cNvSpPr txBox="1"/>
          <p:nvPr>
            <p:ph type="body" idx="4"/>
          </p:nvPr>
        </p:nvSpPr>
        <p:spPr>
          <a:xfrm>
            <a:off x="4434840" y="3108960"/>
            <a:ext cx="3337560" cy="1920240"/>
          </a:xfrm>
          <a:prstGeom prst="rect">
            <a:avLst/>
          </a:prstGeom>
          <a:noFill/>
        </p:spPr>
        <p:txBody>
          <a:bodyPr wrap="square" lIns="0" rIns="0" tIns="0" bIns="0">
            <a:spAutoFit/>
          </a:bodyPr>
          <a:lstStyle/>
          <a:p>
            <a:pPr>
              <a:lnSpc>
                <a:spcPct val="112000"/>
              </a:lnSpc>
              <a:spcAft>
                <a:spcPts val="1200"/>
              </a:spcAft>
              <a:defRPr sz="2300" b="0">
                <a:solidFill>
                  <a:srgbClr val="030B20"/>
                </a:solidFill>
                <a:latin typeface="Inter"/>
              </a:defRPr>
            </a:pPr>
            <a:r>
              <a:t>[Concrete next action]</a:t>
            </a:r>
          </a:p>
          <a:p>
            <a:pPr>
              <a:lnSpc>
                <a:spcPct val="112000"/>
              </a:lnSpc>
              <a:spcAft>
                <a:spcPts val="1200"/>
              </a:spcAft>
              <a:defRPr sz="2300" b="0">
                <a:solidFill>
                  <a:srgbClr val="030B20"/>
                </a:solidFill>
                <a:latin typeface="Inter"/>
              </a:defRPr>
            </a:pPr>
            <a:r>
              <a:t>[Owner · timing]</a:t>
            </a:r>
          </a:p>
        </p:txBody>
      </p:sp>
      <p:sp>
        <p:nvSpPr>
          <p:cNvPr id="9" name="Placeholder 5"/>
          <p:cNvSpPr txBox="1"/>
          <p:nvPr>
            <p:ph type="body" idx="5"/>
          </p:nvPr>
        </p:nvSpPr>
        <p:spPr>
          <a:xfrm>
            <a:off x="8229600" y="2057400"/>
            <a:ext cx="3383280" cy="685800"/>
          </a:xfrm>
          <a:prstGeom prst="rect">
            <a:avLst/>
          </a:prstGeom>
          <a:noFill/>
        </p:spPr>
        <p:txBody>
          <a:bodyPr wrap="square" lIns="0" rIns="0" tIns="0" bIns="0">
            <a:spAutoFit/>
          </a:bodyPr>
          <a:lstStyle/>
          <a:p>
            <a:pPr>
              <a:lnSpc>
                <a:spcPct val="112000"/>
              </a:lnSpc>
              <a:spcAft>
                <a:spcPts val="1200"/>
              </a:spcAft>
              <a:defRPr sz="2800" b="1">
                <a:solidFill>
                  <a:srgbClr val="082952"/>
                </a:solidFill>
                <a:latin typeface="Inter"/>
              </a:defRPr>
            </a:pPr>
            <a:r>
              <a:t>[Contribute]</a:t>
            </a:r>
          </a:p>
        </p:txBody>
      </p:sp>
      <p:sp>
        <p:nvSpPr>
          <p:cNvPr id="10" name="Placeholder 6"/>
          <p:cNvSpPr txBox="1"/>
          <p:nvPr>
            <p:ph type="body" idx="6"/>
          </p:nvPr>
        </p:nvSpPr>
        <p:spPr>
          <a:xfrm>
            <a:off x="8229600" y="3108960"/>
            <a:ext cx="3337560" cy="1920240"/>
          </a:xfrm>
          <a:prstGeom prst="rect">
            <a:avLst/>
          </a:prstGeom>
          <a:noFill/>
        </p:spPr>
        <p:txBody>
          <a:bodyPr wrap="square" lIns="0" rIns="0" tIns="0" bIns="0">
            <a:spAutoFit/>
          </a:bodyPr>
          <a:lstStyle/>
          <a:p>
            <a:pPr>
              <a:lnSpc>
                <a:spcPct val="112000"/>
              </a:lnSpc>
              <a:spcAft>
                <a:spcPts val="1200"/>
              </a:spcAft>
              <a:defRPr sz="2300" b="0">
                <a:solidFill>
                  <a:srgbClr val="030B20"/>
                </a:solidFill>
                <a:latin typeface="Inter"/>
              </a:defRPr>
            </a:pPr>
            <a:r>
              <a:t>[Concrete next action]</a:t>
            </a:r>
          </a:p>
          <a:p>
            <a:pPr>
              <a:lnSpc>
                <a:spcPct val="112000"/>
              </a:lnSpc>
              <a:spcAft>
                <a:spcPts val="1200"/>
              </a:spcAft>
              <a:defRPr sz="2300" b="0">
                <a:solidFill>
                  <a:srgbClr val="030B20"/>
                </a:solidFill>
                <a:latin typeface="Inter"/>
              </a:defRPr>
            </a:pPr>
            <a:r>
              <a:t>[Owner · timing]</a:t>
            </a:r>
          </a:p>
        </p:txBody>
      </p:sp>
      <p:sp>
        <p:nvSpPr>
          <p:cNvPr id="11" name="Placeholder 7"/>
          <p:cNvSpPr txBox="1"/>
          <p:nvPr>
            <p:ph type="body" idx="7"/>
          </p:nvPr>
        </p:nvSpPr>
        <p:spPr>
          <a:xfrm>
            <a:off x="640080" y="5577840"/>
            <a:ext cx="10789920" cy="411480"/>
          </a:xfrm>
          <a:prstGeom prst="rect">
            <a:avLst/>
          </a:prstGeom>
          <a:noFill/>
        </p:spPr>
        <p:txBody>
          <a:bodyPr wrap="square" lIns="0" rIns="0" tIns="0" bIns="0">
            <a:spAutoFit/>
          </a:bodyPr>
          <a:lstStyle/>
          <a:p>
            <a:pPr>
              <a:lnSpc>
                <a:spcPct val="112000"/>
              </a:lnSpc>
              <a:spcAft>
                <a:spcPts val="1200"/>
              </a:spcAft>
              <a:defRPr sz="1900" b="0">
                <a:solidFill>
                  <a:srgbClr val="082952"/>
                </a:solidFill>
                <a:latin typeface="Inter"/>
              </a:defRPr>
            </a:pPr>
            <a:r>
              <a:t>[Contact / project URL]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FFFEFA"/>
        </a:solidFill>
        <a:effectLst/>
      </p:bgPr>
    </p:bg>
    <p:spTree>
      <p:nvGrpSpPr>
        <p:cNvPr id="1" name=""/>
        <p:cNvGrpSpPr/>
        <p:nvPr/>
      </p:nvGrpSpPr>
      <p:grpSpPr/>
      <p:sp>
        <p:nvSpPr>
          <p:cNvPr id="4" name="Placeholder 0"/>
          <p:cNvSpPr txBox="1"/>
          <p:nvPr>
            <p:ph type="title" idx="0"/>
          </p:nvPr>
        </p:nvSpPr>
        <p:spPr>
          <a:xfrm>
            <a:off x="594360" y="502920"/>
            <a:ext cx="10972800" cy="1005840"/>
          </a:xfrm>
          <a:prstGeom prst="rect">
            <a:avLst/>
          </a:prstGeom>
          <a:noFill/>
        </p:spPr>
        <p:txBody>
          <a:bodyPr wrap="square" lIns="0" rIns="0" tIns="0" bIns="0">
            <a:spAutoFit/>
          </a:bodyPr>
          <a:lstStyle/>
          <a:p>
            <a:pPr>
              <a:lnSpc>
                <a:spcPct val="112000"/>
              </a:lnSpc>
              <a:spcAft>
                <a:spcPts val="1200"/>
              </a:spcAft>
              <a:defRPr sz="3600" b="1">
                <a:solidFill>
                  <a:srgbClr val="082952"/>
                </a:solidFill>
                <a:latin typeface="Inter"/>
              </a:defRPr>
            </a:pPr>
            <a:r>
              <a:t>Make it yours. Keep it Plan B.</a:t>
            </a:r>
          </a:p>
        </p:txBody>
      </p:sp>
      <p:sp>
        <p:nvSpPr>
          <p:cNvPr id="5" name="Placeholder 1"/>
          <p:cNvSpPr txBox="1"/>
          <p:nvPr>
            <p:ph type="body" idx="1"/>
          </p:nvPr>
        </p:nvSpPr>
        <p:spPr>
          <a:xfrm>
            <a:off x="594360" y="1508760"/>
            <a:ext cx="10698480" cy="685800"/>
          </a:xfrm>
          <a:prstGeom prst="rect">
            <a:avLst/>
          </a:prstGeom>
          <a:noFill/>
        </p:spPr>
        <p:txBody>
          <a:bodyPr wrap="square" lIns="0" rIns="0" tIns="0" bIns="0">
            <a:spAutoFit/>
          </a:bodyPr>
          <a:lstStyle/>
          <a:p>
            <a:pPr>
              <a:lnSpc>
                <a:spcPct val="112000"/>
              </a:lnSpc>
              <a:spcAft>
                <a:spcPts val="1200"/>
              </a:spcAft>
              <a:defRPr sz="1900" b="0">
                <a:solidFill>
                  <a:srgbClr val="030B20"/>
                </a:solidFill>
                <a:latin typeface="Inter"/>
              </a:defRPr>
            </a:pPr>
            <a:r>
              <a:t>Delete this guidance slide before presenting.</a:t>
            </a:r>
          </a:p>
        </p:txBody>
      </p:sp>
      <p:sp>
        <p:nvSpPr>
          <p:cNvPr id="6" name="Placeholder 2"/>
          <p:cNvSpPr txBox="1"/>
          <p:nvPr>
            <p:ph type="body" idx="2"/>
          </p:nvPr>
        </p:nvSpPr>
        <p:spPr>
          <a:xfrm>
            <a:off x="640080" y="2514600"/>
            <a:ext cx="5120640" cy="2651760"/>
          </a:xfrm>
          <a:prstGeom prst="rect">
            <a:avLst/>
          </a:prstGeom>
          <a:noFill/>
        </p:spPr>
        <p:txBody>
          <a:bodyPr wrap="square" lIns="0" rIns="0" tIns="0" bIns="0">
            <a:spAutoFit/>
          </a:bodyPr>
          <a:lstStyle/>
          <a:p>
            <a:pPr>
              <a:lnSpc>
                <a:spcPct val="112000"/>
              </a:lnSpc>
              <a:spcAft>
                <a:spcPts val="1200"/>
              </a:spcAft>
              <a:defRPr sz="2300" b="0">
                <a:solidFill>
                  <a:srgbClr val="030B20"/>
                </a:solidFill>
                <a:latin typeface="Inter"/>
              </a:defRPr>
            </a:pPr>
            <a:r>
              <a:t>Use the layouts</a:t>
            </a:r>
          </a:p>
          <a:p>
            <a:pPr>
              <a:lnSpc>
                <a:spcPct val="112000"/>
              </a:lnSpc>
              <a:spcAft>
                <a:spcPts val="1200"/>
              </a:spcAft>
              <a:defRPr sz="2300" b="0">
                <a:solidFill>
                  <a:srgbClr val="030B20"/>
                </a:solidFill>
                <a:latin typeface="Inter"/>
              </a:defRPr>
            </a:pPr>
            <a:r>
              <a:t>Install Inter, then choose Home → New Slide. Replace bracketed prompts. Duplicate the chart or table example to retain its styling.</a:t>
            </a:r>
          </a:p>
        </p:txBody>
      </p:sp>
      <p:sp>
        <p:nvSpPr>
          <p:cNvPr id="7" name="Placeholder 3"/>
          <p:cNvSpPr txBox="1"/>
          <p:nvPr>
            <p:ph type="body" idx="3"/>
          </p:nvPr>
        </p:nvSpPr>
        <p:spPr>
          <a:xfrm>
            <a:off x="6400800" y="2514600"/>
            <a:ext cx="5120640" cy="2651760"/>
          </a:xfrm>
          <a:prstGeom prst="rect">
            <a:avLst/>
          </a:prstGeom>
          <a:noFill/>
        </p:spPr>
        <p:txBody>
          <a:bodyPr wrap="square" lIns="0" rIns="0" tIns="0" bIns="0">
            <a:spAutoFit/>
          </a:bodyPr>
          <a:lstStyle/>
          <a:p>
            <a:pPr>
              <a:lnSpc>
                <a:spcPct val="112000"/>
              </a:lnSpc>
              <a:spcAft>
                <a:spcPts val="1200"/>
              </a:spcAft>
              <a:defRPr sz="2300" b="0">
                <a:solidFill>
                  <a:srgbClr val="030B20"/>
                </a:solidFill>
                <a:latin typeface="Inter"/>
              </a:defRPr>
            </a:pPr>
            <a:r>
              <a:t>Keep it clear</a:t>
            </a:r>
          </a:p>
          <a:p>
            <a:pPr>
              <a:lnSpc>
                <a:spcPct val="112000"/>
              </a:lnSpc>
              <a:spcAft>
                <a:spcPts val="1200"/>
              </a:spcAft>
              <a:defRPr sz="2300" b="0">
                <a:solidFill>
                  <a:srgbClr val="030B20"/>
                </a:solidFill>
                <a:latin typeface="Inter"/>
              </a:defRPr>
            </a:pPr>
            <a:r>
              <a:t>One idea per slide. Use navy and warm white. Choose gold or a small gradient as the exceptional signal. Aim for 20pt or larger body text.</a:t>
            </a:r>
          </a:p>
        </p:txBody>
      </p:sp>
    </p:spTree>
  </p:cSld>
  <p:clrMapOvr>
    <a:masterClrMapping/>
  </p:clrMapOvr>
</p:sld>
</file>

<file path=ppt/theme/theme1.xml><?xml version="1.0" encoding="utf-8"?>
<a:theme xmlns:a="http://schemas.openxmlformats.org/drawingml/2006/main" name="Office Theme">
  <a:themeElements>
    <a:clrScheme name="Plan B Civic Digital Commons">
      <a:dk1>
        <a:srgbClr val="030b20"/>
      </a:dk1>
      <a:lt1>
        <a:srgbClr val="fffefa"/>
      </a:lt1>
      <a:dk2>
        <a:srgbClr val="082952"/>
      </a:dk2>
      <a:lt2>
        <a:srgbClr val="f3f9ff"/>
      </a:lt2>
      <a:accent1>
        <a:srgbClr val="082952"/>
      </a:accent1>
      <a:accent2>
        <a:srgbClr val="4f97e9"/>
      </a:accent2>
      <a:accent3>
        <a:srgbClr val="ffb604"/>
      </a:accent3>
      <a:accent4>
        <a:srgbClr val="7468ff"/>
      </a:accent4>
      <a:accent5>
        <a:srgbClr val="ff5db1"/>
      </a:accent5>
      <a:accent6>
        <a:srgbClr val="23f5ff"/>
      </a:accent6>
      <a:hlink>
        <a:srgbClr val="082952"/>
      </a:hlink>
      <a:folHlink>
        <a:srgbClr val="7468ff"/>
      </a:folHlink>
    </a:clrScheme>
    <a:fontScheme name="Plan B Inter">
      <a:majorFont>
        <a:latin typeface="Inter"/>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 B — Civic Digital Commons</dc:title>
  <dc:subject>Reusable 16:9 slide layouts and editable starter deck</dc:subject>
  <dc:creator>Plan B Foundation</dc:creator>
  <cp:keywords>Plan B, branding, template, Civic Digital Commons</cp:keywords>
  <dc:description>Generated from slides/build_template.py. Examples are instructions or explicitly synthetic.</dc:description>
  <cp:lastModifiedBy>Steve Canny</cp:lastModifiedBy>
  <cp:revision>1</cp:revision>
  <dcterms:created xsi:type="dcterms:W3CDTF">2013-01-27T09:14:16Z</dcterms:created>
  <dcterms:modified xsi:type="dcterms:W3CDTF">2013-01-27T09:15:58Z</dcterms:modified>
  <cp:category/>
</cp:coreProperties>
</file>